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29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03249E-E2D2-4350-A962-B2B518D375C6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E42D0AB-4AC4-4864-967F-D5D045E44435}">
      <dgm:prSet/>
      <dgm:spPr/>
      <dgm:t>
        <a:bodyPr/>
        <a:lstStyle/>
        <a:p>
          <a:r>
            <a:rPr lang="en-US" b="0" i="0" baseline="0"/>
            <a:t>Passwords verify only at login</a:t>
          </a:r>
          <a:endParaRPr lang="en-US"/>
        </a:p>
      </dgm:t>
    </dgm:pt>
    <dgm:pt modelId="{F058A17B-2C69-4FF5-A524-E2E5F2D9E6E6}" type="parTrans" cxnId="{E2757C02-9564-443A-8BE3-79E05BE7C00D}">
      <dgm:prSet/>
      <dgm:spPr/>
      <dgm:t>
        <a:bodyPr/>
        <a:lstStyle/>
        <a:p>
          <a:endParaRPr lang="en-US"/>
        </a:p>
      </dgm:t>
    </dgm:pt>
    <dgm:pt modelId="{5CA308BB-D804-4A96-BF19-7EB979BB42DC}" type="sibTrans" cxnId="{E2757C02-9564-443A-8BE3-79E05BE7C00D}">
      <dgm:prSet/>
      <dgm:spPr/>
      <dgm:t>
        <a:bodyPr/>
        <a:lstStyle/>
        <a:p>
          <a:endParaRPr lang="en-US"/>
        </a:p>
      </dgm:t>
    </dgm:pt>
    <dgm:pt modelId="{65474395-CFAE-456D-B999-6BF99774A479}">
      <dgm:prSet/>
      <dgm:spPr/>
      <dgm:t>
        <a:bodyPr/>
        <a:lstStyle/>
        <a:p>
          <a:r>
            <a:rPr lang="en-US" b="0" i="0" baseline="0"/>
            <a:t>Sessions can be hijacked</a:t>
          </a:r>
          <a:endParaRPr lang="en-US"/>
        </a:p>
      </dgm:t>
    </dgm:pt>
    <dgm:pt modelId="{4E2D7C67-2D8F-4F77-BA42-B386CF7D0C85}" type="parTrans" cxnId="{1BDB0F74-2278-469B-A9D2-E1C8E55552AE}">
      <dgm:prSet/>
      <dgm:spPr/>
      <dgm:t>
        <a:bodyPr/>
        <a:lstStyle/>
        <a:p>
          <a:endParaRPr lang="en-US"/>
        </a:p>
      </dgm:t>
    </dgm:pt>
    <dgm:pt modelId="{9211CB01-BDF6-4AC9-B3E9-D04C53BF7F12}" type="sibTrans" cxnId="{1BDB0F74-2278-469B-A9D2-E1C8E55552AE}">
      <dgm:prSet/>
      <dgm:spPr/>
      <dgm:t>
        <a:bodyPr/>
        <a:lstStyle/>
        <a:p>
          <a:endParaRPr lang="en-US"/>
        </a:p>
      </dgm:t>
    </dgm:pt>
    <dgm:pt modelId="{5BDB4EBA-96DE-40B8-801A-717DD09C0F8E}">
      <dgm:prSet/>
      <dgm:spPr/>
      <dgm:t>
        <a:bodyPr/>
        <a:lstStyle/>
        <a:p>
          <a:r>
            <a:rPr lang="en-US" b="0" i="0" baseline="0"/>
            <a:t>Need continuous authentication</a:t>
          </a:r>
          <a:endParaRPr lang="en-US"/>
        </a:p>
      </dgm:t>
    </dgm:pt>
    <dgm:pt modelId="{6012B397-2F70-4335-B912-1324B12D32BB}" type="parTrans" cxnId="{F35E0E20-D984-46DA-840D-EF5BC568C87E}">
      <dgm:prSet/>
      <dgm:spPr/>
      <dgm:t>
        <a:bodyPr/>
        <a:lstStyle/>
        <a:p>
          <a:endParaRPr lang="en-US"/>
        </a:p>
      </dgm:t>
    </dgm:pt>
    <dgm:pt modelId="{0894226E-4B74-4FFB-8C02-5377F769DE3F}" type="sibTrans" cxnId="{F35E0E20-D984-46DA-840D-EF5BC568C87E}">
      <dgm:prSet/>
      <dgm:spPr/>
      <dgm:t>
        <a:bodyPr/>
        <a:lstStyle/>
        <a:p>
          <a:endParaRPr lang="en-US"/>
        </a:p>
      </dgm:t>
    </dgm:pt>
    <dgm:pt modelId="{3F3DAD7F-857C-4CB6-B537-11C3C9C524A7}">
      <dgm:prSet/>
      <dgm:spPr/>
      <dgm:t>
        <a:bodyPr/>
        <a:lstStyle/>
        <a:p>
          <a:r>
            <a:rPr lang="en-US" b="0" i="0" baseline="0"/>
            <a:t>Behavioral biometrics solve this</a:t>
          </a:r>
          <a:endParaRPr lang="en-US"/>
        </a:p>
      </dgm:t>
    </dgm:pt>
    <dgm:pt modelId="{D54652A8-091B-446E-BFB6-01095EB4D741}" type="parTrans" cxnId="{842B8977-7BD6-4D9E-B8A5-C19193C319D3}">
      <dgm:prSet/>
      <dgm:spPr/>
      <dgm:t>
        <a:bodyPr/>
        <a:lstStyle/>
        <a:p>
          <a:endParaRPr lang="en-US"/>
        </a:p>
      </dgm:t>
    </dgm:pt>
    <dgm:pt modelId="{4DF19CB6-D9A8-489E-9124-A2DE7DFBF28B}" type="sibTrans" cxnId="{842B8977-7BD6-4D9E-B8A5-C19193C319D3}">
      <dgm:prSet/>
      <dgm:spPr/>
      <dgm:t>
        <a:bodyPr/>
        <a:lstStyle/>
        <a:p>
          <a:endParaRPr lang="en-US"/>
        </a:p>
      </dgm:t>
    </dgm:pt>
    <dgm:pt modelId="{21FEE576-37D3-4272-B9F4-4C43F9DDB69D}" type="pres">
      <dgm:prSet presAssocID="{E603249E-E2D2-4350-A962-B2B518D375C6}" presName="outerComposite" presStyleCnt="0">
        <dgm:presLayoutVars>
          <dgm:chMax val="5"/>
          <dgm:dir/>
          <dgm:resizeHandles val="exact"/>
        </dgm:presLayoutVars>
      </dgm:prSet>
      <dgm:spPr/>
    </dgm:pt>
    <dgm:pt modelId="{C2946B47-701B-48F8-B5F2-9655F88B22A1}" type="pres">
      <dgm:prSet presAssocID="{E603249E-E2D2-4350-A962-B2B518D375C6}" presName="dummyMaxCanvas" presStyleCnt="0">
        <dgm:presLayoutVars/>
      </dgm:prSet>
      <dgm:spPr/>
    </dgm:pt>
    <dgm:pt modelId="{82B00AC1-3BB5-45ED-B624-100D32D53AF3}" type="pres">
      <dgm:prSet presAssocID="{E603249E-E2D2-4350-A962-B2B518D375C6}" presName="FourNodes_1" presStyleLbl="node1" presStyleIdx="0" presStyleCnt="4">
        <dgm:presLayoutVars>
          <dgm:bulletEnabled val="1"/>
        </dgm:presLayoutVars>
      </dgm:prSet>
      <dgm:spPr/>
    </dgm:pt>
    <dgm:pt modelId="{342F88B8-F7E7-4259-9E96-F25D28DC8B18}" type="pres">
      <dgm:prSet presAssocID="{E603249E-E2D2-4350-A962-B2B518D375C6}" presName="FourNodes_2" presStyleLbl="node1" presStyleIdx="1" presStyleCnt="4">
        <dgm:presLayoutVars>
          <dgm:bulletEnabled val="1"/>
        </dgm:presLayoutVars>
      </dgm:prSet>
      <dgm:spPr/>
    </dgm:pt>
    <dgm:pt modelId="{52F145B3-E0B3-4FAF-BF0C-7AD8041148BA}" type="pres">
      <dgm:prSet presAssocID="{E603249E-E2D2-4350-A962-B2B518D375C6}" presName="FourNodes_3" presStyleLbl="node1" presStyleIdx="2" presStyleCnt="4">
        <dgm:presLayoutVars>
          <dgm:bulletEnabled val="1"/>
        </dgm:presLayoutVars>
      </dgm:prSet>
      <dgm:spPr/>
    </dgm:pt>
    <dgm:pt modelId="{04AD75F9-2A18-4C63-BBE8-10F689B01A89}" type="pres">
      <dgm:prSet presAssocID="{E603249E-E2D2-4350-A962-B2B518D375C6}" presName="FourNodes_4" presStyleLbl="node1" presStyleIdx="3" presStyleCnt="4">
        <dgm:presLayoutVars>
          <dgm:bulletEnabled val="1"/>
        </dgm:presLayoutVars>
      </dgm:prSet>
      <dgm:spPr/>
    </dgm:pt>
    <dgm:pt modelId="{D43F9B76-0BEC-40EF-A349-F8A0F739E9AE}" type="pres">
      <dgm:prSet presAssocID="{E603249E-E2D2-4350-A962-B2B518D375C6}" presName="FourConn_1-2" presStyleLbl="fgAccFollowNode1" presStyleIdx="0" presStyleCnt="3">
        <dgm:presLayoutVars>
          <dgm:bulletEnabled val="1"/>
        </dgm:presLayoutVars>
      </dgm:prSet>
      <dgm:spPr/>
    </dgm:pt>
    <dgm:pt modelId="{E8D81CB7-49D9-4FD1-9C0C-A3D2229F274C}" type="pres">
      <dgm:prSet presAssocID="{E603249E-E2D2-4350-A962-B2B518D375C6}" presName="FourConn_2-3" presStyleLbl="fgAccFollowNode1" presStyleIdx="1" presStyleCnt="3">
        <dgm:presLayoutVars>
          <dgm:bulletEnabled val="1"/>
        </dgm:presLayoutVars>
      </dgm:prSet>
      <dgm:spPr/>
    </dgm:pt>
    <dgm:pt modelId="{FEF18889-7A55-4C9C-924E-AF3D5B98D7A5}" type="pres">
      <dgm:prSet presAssocID="{E603249E-E2D2-4350-A962-B2B518D375C6}" presName="FourConn_3-4" presStyleLbl="fgAccFollowNode1" presStyleIdx="2" presStyleCnt="3">
        <dgm:presLayoutVars>
          <dgm:bulletEnabled val="1"/>
        </dgm:presLayoutVars>
      </dgm:prSet>
      <dgm:spPr/>
    </dgm:pt>
    <dgm:pt modelId="{666E2DBC-9F16-4952-B077-BFE0F69CFB90}" type="pres">
      <dgm:prSet presAssocID="{E603249E-E2D2-4350-A962-B2B518D375C6}" presName="FourNodes_1_text" presStyleLbl="node1" presStyleIdx="3" presStyleCnt="4">
        <dgm:presLayoutVars>
          <dgm:bulletEnabled val="1"/>
        </dgm:presLayoutVars>
      </dgm:prSet>
      <dgm:spPr/>
    </dgm:pt>
    <dgm:pt modelId="{2FFB74A8-8101-410B-B146-FC5268070844}" type="pres">
      <dgm:prSet presAssocID="{E603249E-E2D2-4350-A962-B2B518D375C6}" presName="FourNodes_2_text" presStyleLbl="node1" presStyleIdx="3" presStyleCnt="4">
        <dgm:presLayoutVars>
          <dgm:bulletEnabled val="1"/>
        </dgm:presLayoutVars>
      </dgm:prSet>
      <dgm:spPr/>
    </dgm:pt>
    <dgm:pt modelId="{E94C20B8-1701-4B97-8DAE-8A2B26E81DD2}" type="pres">
      <dgm:prSet presAssocID="{E603249E-E2D2-4350-A962-B2B518D375C6}" presName="FourNodes_3_text" presStyleLbl="node1" presStyleIdx="3" presStyleCnt="4">
        <dgm:presLayoutVars>
          <dgm:bulletEnabled val="1"/>
        </dgm:presLayoutVars>
      </dgm:prSet>
      <dgm:spPr/>
    </dgm:pt>
    <dgm:pt modelId="{C0EFAB00-F112-4AE0-9B98-9C6EF075E106}" type="pres">
      <dgm:prSet presAssocID="{E603249E-E2D2-4350-A962-B2B518D375C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2757C02-9564-443A-8BE3-79E05BE7C00D}" srcId="{E603249E-E2D2-4350-A962-B2B518D375C6}" destId="{7E42D0AB-4AC4-4864-967F-D5D045E44435}" srcOrd="0" destOrd="0" parTransId="{F058A17B-2C69-4FF5-A524-E2E5F2D9E6E6}" sibTransId="{5CA308BB-D804-4A96-BF19-7EB979BB42DC}"/>
    <dgm:cxn modelId="{A2C0B21E-92FB-4AA8-9F62-465D260F1537}" type="presOf" srcId="{5BDB4EBA-96DE-40B8-801A-717DD09C0F8E}" destId="{52F145B3-E0B3-4FAF-BF0C-7AD8041148BA}" srcOrd="0" destOrd="0" presId="urn:microsoft.com/office/officeart/2005/8/layout/vProcess5"/>
    <dgm:cxn modelId="{F35E0E20-D984-46DA-840D-EF5BC568C87E}" srcId="{E603249E-E2D2-4350-A962-B2B518D375C6}" destId="{5BDB4EBA-96DE-40B8-801A-717DD09C0F8E}" srcOrd="2" destOrd="0" parTransId="{6012B397-2F70-4335-B912-1324B12D32BB}" sibTransId="{0894226E-4B74-4FFB-8C02-5377F769DE3F}"/>
    <dgm:cxn modelId="{7D7A6B24-6D47-4F8F-87BC-666F3A76E488}" type="presOf" srcId="{7E42D0AB-4AC4-4864-967F-D5D045E44435}" destId="{666E2DBC-9F16-4952-B077-BFE0F69CFB90}" srcOrd="1" destOrd="0" presId="urn:microsoft.com/office/officeart/2005/8/layout/vProcess5"/>
    <dgm:cxn modelId="{F787DA26-0D96-4E32-9B8B-D45BB30AF452}" type="presOf" srcId="{3F3DAD7F-857C-4CB6-B537-11C3C9C524A7}" destId="{C0EFAB00-F112-4AE0-9B98-9C6EF075E106}" srcOrd="1" destOrd="0" presId="urn:microsoft.com/office/officeart/2005/8/layout/vProcess5"/>
    <dgm:cxn modelId="{E9CE3B27-BC7B-4869-9854-7A557E3178EC}" type="presOf" srcId="{3F3DAD7F-857C-4CB6-B537-11C3C9C524A7}" destId="{04AD75F9-2A18-4C63-BBE8-10F689B01A89}" srcOrd="0" destOrd="0" presId="urn:microsoft.com/office/officeart/2005/8/layout/vProcess5"/>
    <dgm:cxn modelId="{9FD2712F-7457-41CB-91B9-2E0AA74F6052}" type="presOf" srcId="{65474395-CFAE-456D-B999-6BF99774A479}" destId="{2FFB74A8-8101-410B-B146-FC5268070844}" srcOrd="1" destOrd="0" presId="urn:microsoft.com/office/officeart/2005/8/layout/vProcess5"/>
    <dgm:cxn modelId="{F5126D32-84E3-453E-9A35-895C6106966C}" type="presOf" srcId="{5BDB4EBA-96DE-40B8-801A-717DD09C0F8E}" destId="{E94C20B8-1701-4B97-8DAE-8A2B26E81DD2}" srcOrd="1" destOrd="0" presId="urn:microsoft.com/office/officeart/2005/8/layout/vProcess5"/>
    <dgm:cxn modelId="{92607967-8508-481C-B28C-861C94AE0427}" type="presOf" srcId="{65474395-CFAE-456D-B999-6BF99774A479}" destId="{342F88B8-F7E7-4259-9E96-F25D28DC8B18}" srcOrd="0" destOrd="0" presId="urn:microsoft.com/office/officeart/2005/8/layout/vProcess5"/>
    <dgm:cxn modelId="{D35E9D6E-AA98-4A6A-B5B0-10C9B706DD26}" type="presOf" srcId="{9211CB01-BDF6-4AC9-B3E9-D04C53BF7F12}" destId="{E8D81CB7-49D9-4FD1-9C0C-A3D2229F274C}" srcOrd="0" destOrd="0" presId="urn:microsoft.com/office/officeart/2005/8/layout/vProcess5"/>
    <dgm:cxn modelId="{1BDB0F74-2278-469B-A9D2-E1C8E55552AE}" srcId="{E603249E-E2D2-4350-A962-B2B518D375C6}" destId="{65474395-CFAE-456D-B999-6BF99774A479}" srcOrd="1" destOrd="0" parTransId="{4E2D7C67-2D8F-4F77-BA42-B386CF7D0C85}" sibTransId="{9211CB01-BDF6-4AC9-B3E9-D04C53BF7F12}"/>
    <dgm:cxn modelId="{842B8977-7BD6-4D9E-B8A5-C19193C319D3}" srcId="{E603249E-E2D2-4350-A962-B2B518D375C6}" destId="{3F3DAD7F-857C-4CB6-B537-11C3C9C524A7}" srcOrd="3" destOrd="0" parTransId="{D54652A8-091B-446E-BFB6-01095EB4D741}" sibTransId="{4DF19CB6-D9A8-489E-9124-A2DE7DFBF28B}"/>
    <dgm:cxn modelId="{85BC9A95-CA66-48D1-B10A-6F09872CC777}" type="presOf" srcId="{7E42D0AB-4AC4-4864-967F-D5D045E44435}" destId="{82B00AC1-3BB5-45ED-B624-100D32D53AF3}" srcOrd="0" destOrd="0" presId="urn:microsoft.com/office/officeart/2005/8/layout/vProcess5"/>
    <dgm:cxn modelId="{1A7EB4C3-D823-486D-BD5F-52C24CDA80A2}" type="presOf" srcId="{E603249E-E2D2-4350-A962-B2B518D375C6}" destId="{21FEE576-37D3-4272-B9F4-4C43F9DDB69D}" srcOrd="0" destOrd="0" presId="urn:microsoft.com/office/officeart/2005/8/layout/vProcess5"/>
    <dgm:cxn modelId="{AA2CE9EE-D1CF-4008-9C31-A06E9B506A09}" type="presOf" srcId="{5CA308BB-D804-4A96-BF19-7EB979BB42DC}" destId="{D43F9B76-0BEC-40EF-A349-F8A0F739E9AE}" srcOrd="0" destOrd="0" presId="urn:microsoft.com/office/officeart/2005/8/layout/vProcess5"/>
    <dgm:cxn modelId="{5DA1FEF0-FF95-4417-B35B-C68A1B3EFA13}" type="presOf" srcId="{0894226E-4B74-4FFB-8C02-5377F769DE3F}" destId="{FEF18889-7A55-4C9C-924E-AF3D5B98D7A5}" srcOrd="0" destOrd="0" presId="urn:microsoft.com/office/officeart/2005/8/layout/vProcess5"/>
    <dgm:cxn modelId="{9206C672-50FD-48E7-8B20-C297FA779A53}" type="presParOf" srcId="{21FEE576-37D3-4272-B9F4-4C43F9DDB69D}" destId="{C2946B47-701B-48F8-B5F2-9655F88B22A1}" srcOrd="0" destOrd="0" presId="urn:microsoft.com/office/officeart/2005/8/layout/vProcess5"/>
    <dgm:cxn modelId="{75F13E4F-4EA8-4106-B0D1-75AA4886958D}" type="presParOf" srcId="{21FEE576-37D3-4272-B9F4-4C43F9DDB69D}" destId="{82B00AC1-3BB5-45ED-B624-100D32D53AF3}" srcOrd="1" destOrd="0" presId="urn:microsoft.com/office/officeart/2005/8/layout/vProcess5"/>
    <dgm:cxn modelId="{D3C6F799-4B90-444D-86CB-B07ED80BC375}" type="presParOf" srcId="{21FEE576-37D3-4272-B9F4-4C43F9DDB69D}" destId="{342F88B8-F7E7-4259-9E96-F25D28DC8B18}" srcOrd="2" destOrd="0" presId="urn:microsoft.com/office/officeart/2005/8/layout/vProcess5"/>
    <dgm:cxn modelId="{C7064976-8308-4A82-A499-91F43F2124A5}" type="presParOf" srcId="{21FEE576-37D3-4272-B9F4-4C43F9DDB69D}" destId="{52F145B3-E0B3-4FAF-BF0C-7AD8041148BA}" srcOrd="3" destOrd="0" presId="urn:microsoft.com/office/officeart/2005/8/layout/vProcess5"/>
    <dgm:cxn modelId="{9368CB15-2E3E-4CE5-B3C0-C3907B3CFC47}" type="presParOf" srcId="{21FEE576-37D3-4272-B9F4-4C43F9DDB69D}" destId="{04AD75F9-2A18-4C63-BBE8-10F689B01A89}" srcOrd="4" destOrd="0" presId="urn:microsoft.com/office/officeart/2005/8/layout/vProcess5"/>
    <dgm:cxn modelId="{4EFA132B-D7D5-4AD2-B335-CACB855588C0}" type="presParOf" srcId="{21FEE576-37D3-4272-B9F4-4C43F9DDB69D}" destId="{D43F9B76-0BEC-40EF-A349-F8A0F739E9AE}" srcOrd="5" destOrd="0" presId="urn:microsoft.com/office/officeart/2005/8/layout/vProcess5"/>
    <dgm:cxn modelId="{C18C399A-5225-4EE0-8E1F-66A24C701EA1}" type="presParOf" srcId="{21FEE576-37D3-4272-B9F4-4C43F9DDB69D}" destId="{E8D81CB7-49D9-4FD1-9C0C-A3D2229F274C}" srcOrd="6" destOrd="0" presId="urn:microsoft.com/office/officeart/2005/8/layout/vProcess5"/>
    <dgm:cxn modelId="{737A30A0-2533-4B09-8934-2E8D37C8CA5B}" type="presParOf" srcId="{21FEE576-37D3-4272-B9F4-4C43F9DDB69D}" destId="{FEF18889-7A55-4C9C-924E-AF3D5B98D7A5}" srcOrd="7" destOrd="0" presId="urn:microsoft.com/office/officeart/2005/8/layout/vProcess5"/>
    <dgm:cxn modelId="{4B17EA90-DCD6-44A3-8970-F6A3D9AD9266}" type="presParOf" srcId="{21FEE576-37D3-4272-B9F4-4C43F9DDB69D}" destId="{666E2DBC-9F16-4952-B077-BFE0F69CFB90}" srcOrd="8" destOrd="0" presId="urn:microsoft.com/office/officeart/2005/8/layout/vProcess5"/>
    <dgm:cxn modelId="{76232190-7D12-4200-9275-9339DB4FB1AC}" type="presParOf" srcId="{21FEE576-37D3-4272-B9F4-4C43F9DDB69D}" destId="{2FFB74A8-8101-410B-B146-FC5268070844}" srcOrd="9" destOrd="0" presId="urn:microsoft.com/office/officeart/2005/8/layout/vProcess5"/>
    <dgm:cxn modelId="{C6115A8A-C198-40F0-BBA5-902CCC8B0100}" type="presParOf" srcId="{21FEE576-37D3-4272-B9F4-4C43F9DDB69D}" destId="{E94C20B8-1701-4B97-8DAE-8A2B26E81DD2}" srcOrd="10" destOrd="0" presId="urn:microsoft.com/office/officeart/2005/8/layout/vProcess5"/>
    <dgm:cxn modelId="{167560B6-8EFD-41D4-9CFB-332C1F9ABEEA}" type="presParOf" srcId="{21FEE576-37D3-4272-B9F4-4C43F9DDB69D}" destId="{C0EFAB00-F112-4AE0-9B98-9C6EF075E10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F6F3A8-D946-4E56-9642-527B2D8BDD54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E0012F8-2EF3-4D96-A2E0-9087B7740A3A}">
      <dgm:prSet/>
      <dgm:spPr/>
      <dgm:t>
        <a:bodyPr/>
        <a:lstStyle/>
        <a:p>
          <a:r>
            <a:rPr lang="en-US" b="0" i="0" baseline="0"/>
            <a:t>Every user moves the mouse differently</a:t>
          </a:r>
          <a:endParaRPr lang="en-US"/>
        </a:p>
      </dgm:t>
    </dgm:pt>
    <dgm:pt modelId="{FB6A5E90-CD9D-4D37-880D-A99AFC0C8A7B}" type="parTrans" cxnId="{74380648-8C82-400C-A3DB-467F9B3AFFFD}">
      <dgm:prSet/>
      <dgm:spPr/>
      <dgm:t>
        <a:bodyPr/>
        <a:lstStyle/>
        <a:p>
          <a:endParaRPr lang="en-US"/>
        </a:p>
      </dgm:t>
    </dgm:pt>
    <dgm:pt modelId="{EC279583-3A4E-40EA-B184-8330D2B7A4DC}" type="sibTrans" cxnId="{74380648-8C82-400C-A3DB-467F9B3AFFFD}">
      <dgm:prSet/>
      <dgm:spPr/>
      <dgm:t>
        <a:bodyPr/>
        <a:lstStyle/>
        <a:p>
          <a:endParaRPr lang="en-US"/>
        </a:p>
      </dgm:t>
    </dgm:pt>
    <dgm:pt modelId="{031AF40B-A2FD-4C31-8C4E-86D93C8975C7}">
      <dgm:prSet/>
      <dgm:spPr/>
      <dgm:t>
        <a:bodyPr/>
        <a:lstStyle/>
        <a:p>
          <a:r>
            <a:rPr lang="en-US" b="0" i="0" baseline="0"/>
            <a:t>Speed, acceleration, angle changes</a:t>
          </a:r>
          <a:endParaRPr lang="en-US"/>
        </a:p>
      </dgm:t>
    </dgm:pt>
    <dgm:pt modelId="{7E1ADE98-91DE-4AC5-A46E-7505F1038104}" type="parTrans" cxnId="{6B108807-9637-43B4-AA27-4BA099077C91}">
      <dgm:prSet/>
      <dgm:spPr/>
      <dgm:t>
        <a:bodyPr/>
        <a:lstStyle/>
        <a:p>
          <a:endParaRPr lang="en-US"/>
        </a:p>
      </dgm:t>
    </dgm:pt>
    <dgm:pt modelId="{0EC2F795-3219-4E20-9859-8A0EC84FA399}" type="sibTrans" cxnId="{6B108807-9637-43B4-AA27-4BA099077C91}">
      <dgm:prSet/>
      <dgm:spPr/>
      <dgm:t>
        <a:bodyPr/>
        <a:lstStyle/>
        <a:p>
          <a:endParaRPr lang="en-US"/>
        </a:p>
      </dgm:t>
    </dgm:pt>
    <dgm:pt modelId="{3B44E777-75F7-4102-A894-654E41515045}">
      <dgm:prSet/>
      <dgm:spPr/>
      <dgm:t>
        <a:bodyPr/>
        <a:lstStyle/>
        <a:p>
          <a:r>
            <a:rPr lang="en-US" b="0" i="0" baseline="0"/>
            <a:t>Hard to imitate</a:t>
          </a:r>
          <a:endParaRPr lang="en-US"/>
        </a:p>
      </dgm:t>
    </dgm:pt>
    <dgm:pt modelId="{ED337FAC-0FCC-4DA5-BCC7-9BD6E8BCDA4C}" type="parTrans" cxnId="{75FBC509-59B3-4BD9-AF48-9C2B3751EEE9}">
      <dgm:prSet/>
      <dgm:spPr/>
      <dgm:t>
        <a:bodyPr/>
        <a:lstStyle/>
        <a:p>
          <a:endParaRPr lang="en-US"/>
        </a:p>
      </dgm:t>
    </dgm:pt>
    <dgm:pt modelId="{52E4BD63-CC9C-486A-8476-8BFEBA63D1EE}" type="sibTrans" cxnId="{75FBC509-59B3-4BD9-AF48-9C2B3751EEE9}">
      <dgm:prSet/>
      <dgm:spPr/>
      <dgm:t>
        <a:bodyPr/>
        <a:lstStyle/>
        <a:p>
          <a:endParaRPr lang="en-US"/>
        </a:p>
      </dgm:t>
    </dgm:pt>
    <dgm:pt modelId="{A7157200-9333-4574-BD9F-DE66F45DB680}">
      <dgm:prSet/>
      <dgm:spPr/>
      <dgm:t>
        <a:bodyPr/>
        <a:lstStyle/>
        <a:p>
          <a:r>
            <a:rPr lang="en-US" b="0" i="0" baseline="0"/>
            <a:t>Works silently</a:t>
          </a:r>
          <a:endParaRPr lang="en-US"/>
        </a:p>
      </dgm:t>
    </dgm:pt>
    <dgm:pt modelId="{A7ED9972-E8E0-44EE-A378-4BD6336D2D66}" type="parTrans" cxnId="{417ADC43-94DD-475E-8669-2BE3342F439D}">
      <dgm:prSet/>
      <dgm:spPr/>
      <dgm:t>
        <a:bodyPr/>
        <a:lstStyle/>
        <a:p>
          <a:endParaRPr lang="en-US"/>
        </a:p>
      </dgm:t>
    </dgm:pt>
    <dgm:pt modelId="{B279FB39-0F69-4DEE-A9D6-EDE8F9675422}" type="sibTrans" cxnId="{417ADC43-94DD-475E-8669-2BE3342F439D}">
      <dgm:prSet/>
      <dgm:spPr/>
      <dgm:t>
        <a:bodyPr/>
        <a:lstStyle/>
        <a:p>
          <a:endParaRPr lang="en-US"/>
        </a:p>
      </dgm:t>
    </dgm:pt>
    <dgm:pt modelId="{F67BA824-0ACB-45D5-88A2-FF76EA5C95B2}" type="pres">
      <dgm:prSet presAssocID="{36F6F3A8-D946-4E56-9642-527B2D8BDD54}" presName="diagram" presStyleCnt="0">
        <dgm:presLayoutVars>
          <dgm:dir/>
          <dgm:resizeHandles val="exact"/>
        </dgm:presLayoutVars>
      </dgm:prSet>
      <dgm:spPr/>
    </dgm:pt>
    <dgm:pt modelId="{3467D591-547B-463B-9631-AA4C67456AFD}" type="pres">
      <dgm:prSet presAssocID="{7E0012F8-2EF3-4D96-A2E0-9087B7740A3A}" presName="node" presStyleLbl="node1" presStyleIdx="0" presStyleCnt="4">
        <dgm:presLayoutVars>
          <dgm:bulletEnabled val="1"/>
        </dgm:presLayoutVars>
      </dgm:prSet>
      <dgm:spPr/>
    </dgm:pt>
    <dgm:pt modelId="{B5FC2643-2B21-4C89-9C2B-DEAA726775A6}" type="pres">
      <dgm:prSet presAssocID="{EC279583-3A4E-40EA-B184-8330D2B7A4DC}" presName="sibTrans" presStyleLbl="sibTrans2D1" presStyleIdx="0" presStyleCnt="3"/>
      <dgm:spPr/>
    </dgm:pt>
    <dgm:pt modelId="{B74F6AB8-AE96-4BA9-A505-3566A7CD56F6}" type="pres">
      <dgm:prSet presAssocID="{EC279583-3A4E-40EA-B184-8330D2B7A4DC}" presName="connectorText" presStyleLbl="sibTrans2D1" presStyleIdx="0" presStyleCnt="3"/>
      <dgm:spPr/>
    </dgm:pt>
    <dgm:pt modelId="{13B27D6E-53E7-4B1D-AC75-73D9F4CBEE7A}" type="pres">
      <dgm:prSet presAssocID="{031AF40B-A2FD-4C31-8C4E-86D93C8975C7}" presName="node" presStyleLbl="node1" presStyleIdx="1" presStyleCnt="4">
        <dgm:presLayoutVars>
          <dgm:bulletEnabled val="1"/>
        </dgm:presLayoutVars>
      </dgm:prSet>
      <dgm:spPr/>
    </dgm:pt>
    <dgm:pt modelId="{3A0AC0A1-5A09-4DB8-B8B6-4BAEA77E934F}" type="pres">
      <dgm:prSet presAssocID="{0EC2F795-3219-4E20-9859-8A0EC84FA399}" presName="sibTrans" presStyleLbl="sibTrans2D1" presStyleIdx="1" presStyleCnt="3"/>
      <dgm:spPr/>
    </dgm:pt>
    <dgm:pt modelId="{8159C6CE-8156-41DF-A381-F50FC307604C}" type="pres">
      <dgm:prSet presAssocID="{0EC2F795-3219-4E20-9859-8A0EC84FA399}" presName="connectorText" presStyleLbl="sibTrans2D1" presStyleIdx="1" presStyleCnt="3"/>
      <dgm:spPr/>
    </dgm:pt>
    <dgm:pt modelId="{AD0AEDAA-BE75-4186-9E05-3B229FF1C9BA}" type="pres">
      <dgm:prSet presAssocID="{3B44E777-75F7-4102-A894-654E41515045}" presName="node" presStyleLbl="node1" presStyleIdx="2" presStyleCnt="4">
        <dgm:presLayoutVars>
          <dgm:bulletEnabled val="1"/>
        </dgm:presLayoutVars>
      </dgm:prSet>
      <dgm:spPr/>
    </dgm:pt>
    <dgm:pt modelId="{9D82B8DE-4B35-43C2-9D0F-5AB910F82465}" type="pres">
      <dgm:prSet presAssocID="{52E4BD63-CC9C-486A-8476-8BFEBA63D1EE}" presName="sibTrans" presStyleLbl="sibTrans2D1" presStyleIdx="2" presStyleCnt="3"/>
      <dgm:spPr/>
    </dgm:pt>
    <dgm:pt modelId="{F44D74C0-3BD8-4609-AB31-AD702FA39D18}" type="pres">
      <dgm:prSet presAssocID="{52E4BD63-CC9C-486A-8476-8BFEBA63D1EE}" presName="connectorText" presStyleLbl="sibTrans2D1" presStyleIdx="2" presStyleCnt="3"/>
      <dgm:spPr/>
    </dgm:pt>
    <dgm:pt modelId="{8ADE5A4F-F9E6-4B81-A832-E9DCDCC969BC}" type="pres">
      <dgm:prSet presAssocID="{A7157200-9333-4574-BD9F-DE66F45DB680}" presName="node" presStyleLbl="node1" presStyleIdx="3" presStyleCnt="4">
        <dgm:presLayoutVars>
          <dgm:bulletEnabled val="1"/>
        </dgm:presLayoutVars>
      </dgm:prSet>
      <dgm:spPr/>
    </dgm:pt>
  </dgm:ptLst>
  <dgm:cxnLst>
    <dgm:cxn modelId="{6B108807-9637-43B4-AA27-4BA099077C91}" srcId="{36F6F3A8-D946-4E56-9642-527B2D8BDD54}" destId="{031AF40B-A2FD-4C31-8C4E-86D93C8975C7}" srcOrd="1" destOrd="0" parTransId="{7E1ADE98-91DE-4AC5-A46E-7505F1038104}" sibTransId="{0EC2F795-3219-4E20-9859-8A0EC84FA399}"/>
    <dgm:cxn modelId="{75FBC509-59B3-4BD9-AF48-9C2B3751EEE9}" srcId="{36F6F3A8-D946-4E56-9642-527B2D8BDD54}" destId="{3B44E777-75F7-4102-A894-654E41515045}" srcOrd="2" destOrd="0" parTransId="{ED337FAC-0FCC-4DA5-BCC7-9BD6E8BCDA4C}" sibTransId="{52E4BD63-CC9C-486A-8476-8BFEBA63D1EE}"/>
    <dgm:cxn modelId="{417ADC43-94DD-475E-8669-2BE3342F439D}" srcId="{36F6F3A8-D946-4E56-9642-527B2D8BDD54}" destId="{A7157200-9333-4574-BD9F-DE66F45DB680}" srcOrd="3" destOrd="0" parTransId="{A7ED9972-E8E0-44EE-A378-4BD6336D2D66}" sibTransId="{B279FB39-0F69-4DEE-A9D6-EDE8F9675422}"/>
    <dgm:cxn modelId="{74380648-8C82-400C-A3DB-467F9B3AFFFD}" srcId="{36F6F3A8-D946-4E56-9642-527B2D8BDD54}" destId="{7E0012F8-2EF3-4D96-A2E0-9087B7740A3A}" srcOrd="0" destOrd="0" parTransId="{FB6A5E90-CD9D-4D37-880D-A99AFC0C8A7B}" sibTransId="{EC279583-3A4E-40EA-B184-8330D2B7A4DC}"/>
    <dgm:cxn modelId="{D1407B68-D068-497A-A0F9-56A5184B9A4E}" type="presOf" srcId="{7E0012F8-2EF3-4D96-A2E0-9087B7740A3A}" destId="{3467D591-547B-463B-9631-AA4C67456AFD}" srcOrd="0" destOrd="0" presId="urn:microsoft.com/office/officeart/2005/8/layout/process5"/>
    <dgm:cxn modelId="{11E07E98-F30B-41C7-A542-1C5EA00A99C8}" type="presOf" srcId="{EC279583-3A4E-40EA-B184-8330D2B7A4DC}" destId="{B5FC2643-2B21-4C89-9C2B-DEAA726775A6}" srcOrd="0" destOrd="0" presId="urn:microsoft.com/office/officeart/2005/8/layout/process5"/>
    <dgm:cxn modelId="{A176689F-31B1-4DAF-BC48-480D52446F12}" type="presOf" srcId="{36F6F3A8-D946-4E56-9642-527B2D8BDD54}" destId="{F67BA824-0ACB-45D5-88A2-FF76EA5C95B2}" srcOrd="0" destOrd="0" presId="urn:microsoft.com/office/officeart/2005/8/layout/process5"/>
    <dgm:cxn modelId="{D4948EB0-566A-472D-8379-E40A2544F6AD}" type="presOf" srcId="{A7157200-9333-4574-BD9F-DE66F45DB680}" destId="{8ADE5A4F-F9E6-4B81-A832-E9DCDCC969BC}" srcOrd="0" destOrd="0" presId="urn:microsoft.com/office/officeart/2005/8/layout/process5"/>
    <dgm:cxn modelId="{5DA17FB2-9E8C-45E3-A638-4DC5F720756B}" type="presOf" srcId="{031AF40B-A2FD-4C31-8C4E-86D93C8975C7}" destId="{13B27D6E-53E7-4B1D-AC75-73D9F4CBEE7A}" srcOrd="0" destOrd="0" presId="urn:microsoft.com/office/officeart/2005/8/layout/process5"/>
    <dgm:cxn modelId="{3A4E43B8-5668-4EDD-8FF7-BCF9B445892B}" type="presOf" srcId="{0EC2F795-3219-4E20-9859-8A0EC84FA399}" destId="{8159C6CE-8156-41DF-A381-F50FC307604C}" srcOrd="1" destOrd="0" presId="urn:microsoft.com/office/officeart/2005/8/layout/process5"/>
    <dgm:cxn modelId="{4A95E6BE-D745-41D0-81FC-C64EFDDFFB38}" type="presOf" srcId="{52E4BD63-CC9C-486A-8476-8BFEBA63D1EE}" destId="{9D82B8DE-4B35-43C2-9D0F-5AB910F82465}" srcOrd="0" destOrd="0" presId="urn:microsoft.com/office/officeart/2005/8/layout/process5"/>
    <dgm:cxn modelId="{147CF9CB-F640-45B6-8776-B1670046BB7E}" type="presOf" srcId="{52E4BD63-CC9C-486A-8476-8BFEBA63D1EE}" destId="{F44D74C0-3BD8-4609-AB31-AD702FA39D18}" srcOrd="1" destOrd="0" presId="urn:microsoft.com/office/officeart/2005/8/layout/process5"/>
    <dgm:cxn modelId="{0C7885DA-72FD-45FF-B7EB-4BC16F5F6FAB}" type="presOf" srcId="{0EC2F795-3219-4E20-9859-8A0EC84FA399}" destId="{3A0AC0A1-5A09-4DB8-B8B6-4BAEA77E934F}" srcOrd="0" destOrd="0" presId="urn:microsoft.com/office/officeart/2005/8/layout/process5"/>
    <dgm:cxn modelId="{585792DB-9591-468C-A61C-D9F46444F6B1}" type="presOf" srcId="{3B44E777-75F7-4102-A894-654E41515045}" destId="{AD0AEDAA-BE75-4186-9E05-3B229FF1C9BA}" srcOrd="0" destOrd="0" presId="urn:microsoft.com/office/officeart/2005/8/layout/process5"/>
    <dgm:cxn modelId="{1308F4FE-E3B6-4475-B51D-525E8CE4B20D}" type="presOf" srcId="{EC279583-3A4E-40EA-B184-8330D2B7A4DC}" destId="{B74F6AB8-AE96-4BA9-A505-3566A7CD56F6}" srcOrd="1" destOrd="0" presId="urn:microsoft.com/office/officeart/2005/8/layout/process5"/>
    <dgm:cxn modelId="{9553EF38-FC7D-4ED0-8508-DBCAD837E21E}" type="presParOf" srcId="{F67BA824-0ACB-45D5-88A2-FF76EA5C95B2}" destId="{3467D591-547B-463B-9631-AA4C67456AFD}" srcOrd="0" destOrd="0" presId="urn:microsoft.com/office/officeart/2005/8/layout/process5"/>
    <dgm:cxn modelId="{BF44FC66-104D-410E-9D7D-76ED1BB6F0C0}" type="presParOf" srcId="{F67BA824-0ACB-45D5-88A2-FF76EA5C95B2}" destId="{B5FC2643-2B21-4C89-9C2B-DEAA726775A6}" srcOrd="1" destOrd="0" presId="urn:microsoft.com/office/officeart/2005/8/layout/process5"/>
    <dgm:cxn modelId="{7F77885F-8855-4B4C-A624-49C03A9981B9}" type="presParOf" srcId="{B5FC2643-2B21-4C89-9C2B-DEAA726775A6}" destId="{B74F6AB8-AE96-4BA9-A505-3566A7CD56F6}" srcOrd="0" destOrd="0" presId="urn:microsoft.com/office/officeart/2005/8/layout/process5"/>
    <dgm:cxn modelId="{DF18209F-EA59-4165-8AC4-434B8297AAB6}" type="presParOf" srcId="{F67BA824-0ACB-45D5-88A2-FF76EA5C95B2}" destId="{13B27D6E-53E7-4B1D-AC75-73D9F4CBEE7A}" srcOrd="2" destOrd="0" presId="urn:microsoft.com/office/officeart/2005/8/layout/process5"/>
    <dgm:cxn modelId="{BB1944E2-3ECA-421E-A5FA-3B33A0BE2020}" type="presParOf" srcId="{F67BA824-0ACB-45D5-88A2-FF76EA5C95B2}" destId="{3A0AC0A1-5A09-4DB8-B8B6-4BAEA77E934F}" srcOrd="3" destOrd="0" presId="urn:microsoft.com/office/officeart/2005/8/layout/process5"/>
    <dgm:cxn modelId="{AD23D2C9-BDE9-455A-AFB7-231487F02972}" type="presParOf" srcId="{3A0AC0A1-5A09-4DB8-B8B6-4BAEA77E934F}" destId="{8159C6CE-8156-41DF-A381-F50FC307604C}" srcOrd="0" destOrd="0" presId="urn:microsoft.com/office/officeart/2005/8/layout/process5"/>
    <dgm:cxn modelId="{523B1480-E957-4A16-AE06-34CF2C14C840}" type="presParOf" srcId="{F67BA824-0ACB-45D5-88A2-FF76EA5C95B2}" destId="{AD0AEDAA-BE75-4186-9E05-3B229FF1C9BA}" srcOrd="4" destOrd="0" presId="urn:microsoft.com/office/officeart/2005/8/layout/process5"/>
    <dgm:cxn modelId="{56C2F46A-499C-45A4-94D4-CAA0E24DB243}" type="presParOf" srcId="{F67BA824-0ACB-45D5-88A2-FF76EA5C95B2}" destId="{9D82B8DE-4B35-43C2-9D0F-5AB910F82465}" srcOrd="5" destOrd="0" presId="urn:microsoft.com/office/officeart/2005/8/layout/process5"/>
    <dgm:cxn modelId="{A447DC9E-CFC4-43B8-AB8E-C4C42161F8D5}" type="presParOf" srcId="{9D82B8DE-4B35-43C2-9D0F-5AB910F82465}" destId="{F44D74C0-3BD8-4609-AB31-AD702FA39D18}" srcOrd="0" destOrd="0" presId="urn:microsoft.com/office/officeart/2005/8/layout/process5"/>
    <dgm:cxn modelId="{55C52087-87A5-4565-A18D-2DA17EF37320}" type="presParOf" srcId="{F67BA824-0ACB-45D5-88A2-FF76EA5C95B2}" destId="{8ADE5A4F-F9E6-4B81-A832-E9DCDCC969BC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6AD501-B0B3-4D4B-8C14-021FFCC6F96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AC97F06-B8E2-4F53-B009-BFA4B8F8076A}">
      <dgm:prSet/>
      <dgm:spPr/>
      <dgm:t>
        <a:bodyPr/>
        <a:lstStyle/>
        <a:p>
          <a:r>
            <a:rPr lang="en-US" b="0" i="0" baseline="0"/>
            <a:t>10-dot tracking task</a:t>
          </a:r>
          <a:endParaRPr lang="en-US"/>
        </a:p>
      </dgm:t>
    </dgm:pt>
    <dgm:pt modelId="{C41E831A-4FAF-4A41-B1A3-A42260B219A9}" type="parTrans" cxnId="{22D1CBC8-4BF1-471F-B575-876A07CA0410}">
      <dgm:prSet/>
      <dgm:spPr/>
      <dgm:t>
        <a:bodyPr/>
        <a:lstStyle/>
        <a:p>
          <a:endParaRPr lang="en-US"/>
        </a:p>
      </dgm:t>
    </dgm:pt>
    <dgm:pt modelId="{2886E488-E296-4A1D-AD47-C974A5FCACA7}" type="sibTrans" cxnId="{22D1CBC8-4BF1-471F-B575-876A07CA0410}">
      <dgm:prSet/>
      <dgm:spPr/>
      <dgm:t>
        <a:bodyPr/>
        <a:lstStyle/>
        <a:p>
          <a:endParaRPr lang="en-US"/>
        </a:p>
      </dgm:t>
    </dgm:pt>
    <dgm:pt modelId="{596653C2-3842-4541-8EFA-202CDB226E78}">
      <dgm:prSet/>
      <dgm:spPr/>
      <dgm:t>
        <a:bodyPr/>
        <a:lstStyle/>
        <a:p>
          <a:r>
            <a:rPr lang="en-US" b="0" i="0" baseline="0"/>
            <a:t>4 sessions per user</a:t>
          </a:r>
          <a:endParaRPr lang="en-US"/>
        </a:p>
      </dgm:t>
    </dgm:pt>
    <dgm:pt modelId="{F757FA74-31A9-486C-A71F-437DAF49235F}" type="parTrans" cxnId="{7E71F28C-DCD2-48F1-8C3A-E3FE601E6B61}">
      <dgm:prSet/>
      <dgm:spPr/>
      <dgm:t>
        <a:bodyPr/>
        <a:lstStyle/>
        <a:p>
          <a:endParaRPr lang="en-US"/>
        </a:p>
      </dgm:t>
    </dgm:pt>
    <dgm:pt modelId="{41179742-8B44-4B37-9005-8DCBB8828010}" type="sibTrans" cxnId="{7E71F28C-DCD2-48F1-8C3A-E3FE601E6B61}">
      <dgm:prSet/>
      <dgm:spPr/>
      <dgm:t>
        <a:bodyPr/>
        <a:lstStyle/>
        <a:p>
          <a:endParaRPr lang="en-US"/>
        </a:p>
      </dgm:t>
    </dgm:pt>
    <dgm:pt modelId="{BB28D9E7-EA99-4348-8DCD-B8DC384E56D2}">
      <dgm:prSet/>
      <dgm:spPr/>
      <dgm:t>
        <a:bodyPr/>
        <a:lstStyle/>
        <a:p>
          <a:r>
            <a:rPr lang="en-US" b="0" i="0" baseline="0"/>
            <a:t>PyAutoGUI mouse logger</a:t>
          </a:r>
          <a:endParaRPr lang="en-US"/>
        </a:p>
      </dgm:t>
    </dgm:pt>
    <dgm:pt modelId="{F041E3D1-E7F2-4505-9751-86F40D43D34F}" type="parTrans" cxnId="{44FB4494-C5C2-4F6A-8B38-14723DBA9897}">
      <dgm:prSet/>
      <dgm:spPr/>
      <dgm:t>
        <a:bodyPr/>
        <a:lstStyle/>
        <a:p>
          <a:endParaRPr lang="en-US"/>
        </a:p>
      </dgm:t>
    </dgm:pt>
    <dgm:pt modelId="{5A34CA47-EC82-4A8D-991D-EA40637B3E71}" type="sibTrans" cxnId="{44FB4494-C5C2-4F6A-8B38-14723DBA9897}">
      <dgm:prSet/>
      <dgm:spPr/>
      <dgm:t>
        <a:bodyPr/>
        <a:lstStyle/>
        <a:p>
          <a:endParaRPr lang="en-US"/>
        </a:p>
      </dgm:t>
    </dgm:pt>
    <dgm:pt modelId="{1B116BAE-BE53-4DDD-9DD1-94F1C4A8D054}">
      <dgm:prSet/>
      <dgm:spPr/>
      <dgm:t>
        <a:bodyPr/>
        <a:lstStyle/>
        <a:p>
          <a:r>
            <a:rPr lang="en-US" b="0" i="0" baseline="0"/>
            <a:t>20,037 samples collected</a:t>
          </a:r>
          <a:endParaRPr lang="en-US"/>
        </a:p>
      </dgm:t>
    </dgm:pt>
    <dgm:pt modelId="{E39B38B6-D705-4D14-91FC-5552ED871D39}" type="parTrans" cxnId="{F4995964-9FDD-490F-938B-E8C9345DD928}">
      <dgm:prSet/>
      <dgm:spPr/>
      <dgm:t>
        <a:bodyPr/>
        <a:lstStyle/>
        <a:p>
          <a:endParaRPr lang="en-US"/>
        </a:p>
      </dgm:t>
    </dgm:pt>
    <dgm:pt modelId="{B8AF4D2A-26B7-4FC5-AB3D-A7652F8E2EA6}" type="sibTrans" cxnId="{F4995964-9FDD-490F-938B-E8C9345DD928}">
      <dgm:prSet/>
      <dgm:spPr/>
      <dgm:t>
        <a:bodyPr/>
        <a:lstStyle/>
        <a:p>
          <a:endParaRPr lang="en-US"/>
        </a:p>
      </dgm:t>
    </dgm:pt>
    <dgm:pt modelId="{F9E00B66-4BE7-45EA-BB97-F95818545E0D}" type="pres">
      <dgm:prSet presAssocID="{A36AD501-B0B3-4D4B-8C14-021FFCC6F963}" presName="vert0" presStyleCnt="0">
        <dgm:presLayoutVars>
          <dgm:dir/>
          <dgm:animOne val="branch"/>
          <dgm:animLvl val="lvl"/>
        </dgm:presLayoutVars>
      </dgm:prSet>
      <dgm:spPr/>
    </dgm:pt>
    <dgm:pt modelId="{4A6E2960-1438-4B98-A7DE-4D8A0A933633}" type="pres">
      <dgm:prSet presAssocID="{FAC97F06-B8E2-4F53-B009-BFA4B8F8076A}" presName="thickLine" presStyleLbl="alignNode1" presStyleIdx="0" presStyleCnt="4"/>
      <dgm:spPr/>
    </dgm:pt>
    <dgm:pt modelId="{BBA70DE2-4ED2-43F9-AFDF-79C3EFAFAA9B}" type="pres">
      <dgm:prSet presAssocID="{FAC97F06-B8E2-4F53-B009-BFA4B8F8076A}" presName="horz1" presStyleCnt="0"/>
      <dgm:spPr/>
    </dgm:pt>
    <dgm:pt modelId="{374EE8DB-C1E3-4935-9453-AAADC222275C}" type="pres">
      <dgm:prSet presAssocID="{FAC97F06-B8E2-4F53-B009-BFA4B8F8076A}" presName="tx1" presStyleLbl="revTx" presStyleIdx="0" presStyleCnt="4"/>
      <dgm:spPr/>
    </dgm:pt>
    <dgm:pt modelId="{38024E5F-2C69-4705-89FF-D1FCE41A0358}" type="pres">
      <dgm:prSet presAssocID="{FAC97F06-B8E2-4F53-B009-BFA4B8F8076A}" presName="vert1" presStyleCnt="0"/>
      <dgm:spPr/>
    </dgm:pt>
    <dgm:pt modelId="{81E1AD3D-C7B5-4675-ACF4-9FB450B6450F}" type="pres">
      <dgm:prSet presAssocID="{596653C2-3842-4541-8EFA-202CDB226E78}" presName="thickLine" presStyleLbl="alignNode1" presStyleIdx="1" presStyleCnt="4"/>
      <dgm:spPr/>
    </dgm:pt>
    <dgm:pt modelId="{15A73904-66B9-499D-8B02-0D80ECFBF349}" type="pres">
      <dgm:prSet presAssocID="{596653C2-3842-4541-8EFA-202CDB226E78}" presName="horz1" presStyleCnt="0"/>
      <dgm:spPr/>
    </dgm:pt>
    <dgm:pt modelId="{8EEEE7DB-266E-4BA2-A642-9420E6EF0960}" type="pres">
      <dgm:prSet presAssocID="{596653C2-3842-4541-8EFA-202CDB226E78}" presName="tx1" presStyleLbl="revTx" presStyleIdx="1" presStyleCnt="4"/>
      <dgm:spPr/>
    </dgm:pt>
    <dgm:pt modelId="{4C8CEE4C-953F-4A25-BF3A-BF4575D218C5}" type="pres">
      <dgm:prSet presAssocID="{596653C2-3842-4541-8EFA-202CDB226E78}" presName="vert1" presStyleCnt="0"/>
      <dgm:spPr/>
    </dgm:pt>
    <dgm:pt modelId="{4745629C-A2D0-41C3-BF8C-C57DB92E06CA}" type="pres">
      <dgm:prSet presAssocID="{BB28D9E7-EA99-4348-8DCD-B8DC384E56D2}" presName="thickLine" presStyleLbl="alignNode1" presStyleIdx="2" presStyleCnt="4"/>
      <dgm:spPr/>
    </dgm:pt>
    <dgm:pt modelId="{C05BBBDA-A4AF-4166-83F9-4EEC8AEE9C0D}" type="pres">
      <dgm:prSet presAssocID="{BB28D9E7-EA99-4348-8DCD-B8DC384E56D2}" presName="horz1" presStyleCnt="0"/>
      <dgm:spPr/>
    </dgm:pt>
    <dgm:pt modelId="{96164AB5-89A6-4C4D-B5E3-B42C63167610}" type="pres">
      <dgm:prSet presAssocID="{BB28D9E7-EA99-4348-8DCD-B8DC384E56D2}" presName="tx1" presStyleLbl="revTx" presStyleIdx="2" presStyleCnt="4"/>
      <dgm:spPr/>
    </dgm:pt>
    <dgm:pt modelId="{B37BAAF5-E5CE-4CE2-BAF6-8AD9DB10CB67}" type="pres">
      <dgm:prSet presAssocID="{BB28D9E7-EA99-4348-8DCD-B8DC384E56D2}" presName="vert1" presStyleCnt="0"/>
      <dgm:spPr/>
    </dgm:pt>
    <dgm:pt modelId="{F11C4C75-8310-4906-9914-7C89476546C6}" type="pres">
      <dgm:prSet presAssocID="{1B116BAE-BE53-4DDD-9DD1-94F1C4A8D054}" presName="thickLine" presStyleLbl="alignNode1" presStyleIdx="3" presStyleCnt="4"/>
      <dgm:spPr/>
    </dgm:pt>
    <dgm:pt modelId="{6A1D96F2-6C87-4DEB-9351-0128803EF49E}" type="pres">
      <dgm:prSet presAssocID="{1B116BAE-BE53-4DDD-9DD1-94F1C4A8D054}" presName="horz1" presStyleCnt="0"/>
      <dgm:spPr/>
    </dgm:pt>
    <dgm:pt modelId="{811DBC52-C1B0-4341-B46E-8273D230C7A7}" type="pres">
      <dgm:prSet presAssocID="{1B116BAE-BE53-4DDD-9DD1-94F1C4A8D054}" presName="tx1" presStyleLbl="revTx" presStyleIdx="3" presStyleCnt="4"/>
      <dgm:spPr/>
    </dgm:pt>
    <dgm:pt modelId="{E2B2D6C7-7215-4E57-B70F-453ED08DF68F}" type="pres">
      <dgm:prSet presAssocID="{1B116BAE-BE53-4DDD-9DD1-94F1C4A8D054}" presName="vert1" presStyleCnt="0"/>
      <dgm:spPr/>
    </dgm:pt>
  </dgm:ptLst>
  <dgm:cxnLst>
    <dgm:cxn modelId="{B6C1C423-7310-4279-BD4E-C3685DD3DA1C}" type="presOf" srcId="{BB28D9E7-EA99-4348-8DCD-B8DC384E56D2}" destId="{96164AB5-89A6-4C4D-B5E3-B42C63167610}" srcOrd="0" destOrd="0" presId="urn:microsoft.com/office/officeart/2008/layout/LinedList"/>
    <dgm:cxn modelId="{F4995964-9FDD-490F-938B-E8C9345DD928}" srcId="{A36AD501-B0B3-4D4B-8C14-021FFCC6F963}" destId="{1B116BAE-BE53-4DDD-9DD1-94F1C4A8D054}" srcOrd="3" destOrd="0" parTransId="{E39B38B6-D705-4D14-91FC-5552ED871D39}" sibTransId="{B8AF4D2A-26B7-4FC5-AB3D-A7652F8E2EA6}"/>
    <dgm:cxn modelId="{7E71F28C-DCD2-48F1-8C3A-E3FE601E6B61}" srcId="{A36AD501-B0B3-4D4B-8C14-021FFCC6F963}" destId="{596653C2-3842-4541-8EFA-202CDB226E78}" srcOrd="1" destOrd="0" parTransId="{F757FA74-31A9-486C-A71F-437DAF49235F}" sibTransId="{41179742-8B44-4B37-9005-8DCBB8828010}"/>
    <dgm:cxn modelId="{F773948F-8298-43AA-8D53-EFB4195FD714}" type="presOf" srcId="{FAC97F06-B8E2-4F53-B009-BFA4B8F8076A}" destId="{374EE8DB-C1E3-4935-9453-AAADC222275C}" srcOrd="0" destOrd="0" presId="urn:microsoft.com/office/officeart/2008/layout/LinedList"/>
    <dgm:cxn modelId="{44FB4494-C5C2-4F6A-8B38-14723DBA9897}" srcId="{A36AD501-B0B3-4D4B-8C14-021FFCC6F963}" destId="{BB28D9E7-EA99-4348-8DCD-B8DC384E56D2}" srcOrd="2" destOrd="0" parTransId="{F041E3D1-E7F2-4505-9751-86F40D43D34F}" sibTransId="{5A34CA47-EC82-4A8D-991D-EA40637B3E71}"/>
    <dgm:cxn modelId="{DF84D5A0-6437-4B32-99FF-C0B87BB203CB}" type="presOf" srcId="{1B116BAE-BE53-4DDD-9DD1-94F1C4A8D054}" destId="{811DBC52-C1B0-4341-B46E-8273D230C7A7}" srcOrd="0" destOrd="0" presId="urn:microsoft.com/office/officeart/2008/layout/LinedList"/>
    <dgm:cxn modelId="{22D1CBC8-4BF1-471F-B575-876A07CA0410}" srcId="{A36AD501-B0B3-4D4B-8C14-021FFCC6F963}" destId="{FAC97F06-B8E2-4F53-B009-BFA4B8F8076A}" srcOrd="0" destOrd="0" parTransId="{C41E831A-4FAF-4A41-B1A3-A42260B219A9}" sibTransId="{2886E488-E296-4A1D-AD47-C974A5FCACA7}"/>
    <dgm:cxn modelId="{18068BCF-82F6-4E56-8D2A-6ACE6EF9A4D4}" type="presOf" srcId="{596653C2-3842-4541-8EFA-202CDB226E78}" destId="{8EEEE7DB-266E-4BA2-A642-9420E6EF0960}" srcOrd="0" destOrd="0" presId="urn:microsoft.com/office/officeart/2008/layout/LinedList"/>
    <dgm:cxn modelId="{2C3D87DC-4976-41E0-BC89-CCF6F6DDAD04}" type="presOf" srcId="{A36AD501-B0B3-4D4B-8C14-021FFCC6F963}" destId="{F9E00B66-4BE7-45EA-BB97-F95818545E0D}" srcOrd="0" destOrd="0" presId="urn:microsoft.com/office/officeart/2008/layout/LinedList"/>
    <dgm:cxn modelId="{18EB803F-1CEA-4F51-8A4D-883AC7565315}" type="presParOf" srcId="{F9E00B66-4BE7-45EA-BB97-F95818545E0D}" destId="{4A6E2960-1438-4B98-A7DE-4D8A0A933633}" srcOrd="0" destOrd="0" presId="urn:microsoft.com/office/officeart/2008/layout/LinedList"/>
    <dgm:cxn modelId="{C33028C1-8D0A-4E47-B74A-DD5D6C82F2BB}" type="presParOf" srcId="{F9E00B66-4BE7-45EA-BB97-F95818545E0D}" destId="{BBA70DE2-4ED2-43F9-AFDF-79C3EFAFAA9B}" srcOrd="1" destOrd="0" presId="urn:microsoft.com/office/officeart/2008/layout/LinedList"/>
    <dgm:cxn modelId="{302579C8-B2F1-45F2-B9E8-8F5412B430A2}" type="presParOf" srcId="{BBA70DE2-4ED2-43F9-AFDF-79C3EFAFAA9B}" destId="{374EE8DB-C1E3-4935-9453-AAADC222275C}" srcOrd="0" destOrd="0" presId="urn:microsoft.com/office/officeart/2008/layout/LinedList"/>
    <dgm:cxn modelId="{316D0B14-9741-4B16-8ACE-D01C21A5F507}" type="presParOf" srcId="{BBA70DE2-4ED2-43F9-AFDF-79C3EFAFAA9B}" destId="{38024E5F-2C69-4705-89FF-D1FCE41A0358}" srcOrd="1" destOrd="0" presId="urn:microsoft.com/office/officeart/2008/layout/LinedList"/>
    <dgm:cxn modelId="{18BF6A30-542A-40EC-BD63-19CC189CA216}" type="presParOf" srcId="{F9E00B66-4BE7-45EA-BB97-F95818545E0D}" destId="{81E1AD3D-C7B5-4675-ACF4-9FB450B6450F}" srcOrd="2" destOrd="0" presId="urn:microsoft.com/office/officeart/2008/layout/LinedList"/>
    <dgm:cxn modelId="{5BE2D815-018A-4F21-9FFF-6D1FB60E68EC}" type="presParOf" srcId="{F9E00B66-4BE7-45EA-BB97-F95818545E0D}" destId="{15A73904-66B9-499D-8B02-0D80ECFBF349}" srcOrd="3" destOrd="0" presId="urn:microsoft.com/office/officeart/2008/layout/LinedList"/>
    <dgm:cxn modelId="{245761D4-34B7-462F-AEF0-643BD546418C}" type="presParOf" srcId="{15A73904-66B9-499D-8B02-0D80ECFBF349}" destId="{8EEEE7DB-266E-4BA2-A642-9420E6EF0960}" srcOrd="0" destOrd="0" presId="urn:microsoft.com/office/officeart/2008/layout/LinedList"/>
    <dgm:cxn modelId="{EBC9F9A0-7B67-46CE-BC1F-ECEDAF2EDE28}" type="presParOf" srcId="{15A73904-66B9-499D-8B02-0D80ECFBF349}" destId="{4C8CEE4C-953F-4A25-BF3A-BF4575D218C5}" srcOrd="1" destOrd="0" presId="urn:microsoft.com/office/officeart/2008/layout/LinedList"/>
    <dgm:cxn modelId="{8B096ED1-DAF8-4FFF-BF6B-E719E6A9BA12}" type="presParOf" srcId="{F9E00B66-4BE7-45EA-BB97-F95818545E0D}" destId="{4745629C-A2D0-41C3-BF8C-C57DB92E06CA}" srcOrd="4" destOrd="0" presId="urn:microsoft.com/office/officeart/2008/layout/LinedList"/>
    <dgm:cxn modelId="{DA401970-4351-4FFA-8515-218FA4E54FC0}" type="presParOf" srcId="{F9E00B66-4BE7-45EA-BB97-F95818545E0D}" destId="{C05BBBDA-A4AF-4166-83F9-4EEC8AEE9C0D}" srcOrd="5" destOrd="0" presId="urn:microsoft.com/office/officeart/2008/layout/LinedList"/>
    <dgm:cxn modelId="{0130AFF2-B1D0-4CBD-B237-1B987050A7FB}" type="presParOf" srcId="{C05BBBDA-A4AF-4166-83F9-4EEC8AEE9C0D}" destId="{96164AB5-89A6-4C4D-B5E3-B42C63167610}" srcOrd="0" destOrd="0" presId="urn:microsoft.com/office/officeart/2008/layout/LinedList"/>
    <dgm:cxn modelId="{FC96ED90-CE00-43CD-BDB7-EE597C0685EC}" type="presParOf" srcId="{C05BBBDA-A4AF-4166-83F9-4EEC8AEE9C0D}" destId="{B37BAAF5-E5CE-4CE2-BAF6-8AD9DB10CB67}" srcOrd="1" destOrd="0" presId="urn:microsoft.com/office/officeart/2008/layout/LinedList"/>
    <dgm:cxn modelId="{3F327CB7-D2FA-4664-AC91-FEC6F60D5B9E}" type="presParOf" srcId="{F9E00B66-4BE7-45EA-BB97-F95818545E0D}" destId="{F11C4C75-8310-4906-9914-7C89476546C6}" srcOrd="6" destOrd="0" presId="urn:microsoft.com/office/officeart/2008/layout/LinedList"/>
    <dgm:cxn modelId="{733DB025-8A3E-49A6-9815-7D3BC2FEE794}" type="presParOf" srcId="{F9E00B66-4BE7-45EA-BB97-F95818545E0D}" destId="{6A1D96F2-6C87-4DEB-9351-0128803EF49E}" srcOrd="7" destOrd="0" presId="urn:microsoft.com/office/officeart/2008/layout/LinedList"/>
    <dgm:cxn modelId="{54BCDD36-6A4F-4649-8BED-596F8A4DD071}" type="presParOf" srcId="{6A1D96F2-6C87-4DEB-9351-0128803EF49E}" destId="{811DBC52-C1B0-4341-B46E-8273D230C7A7}" srcOrd="0" destOrd="0" presId="urn:microsoft.com/office/officeart/2008/layout/LinedList"/>
    <dgm:cxn modelId="{EFBBFB5C-9E5D-4A00-8EC5-0DD8382A7AEF}" type="presParOf" srcId="{6A1D96F2-6C87-4DEB-9351-0128803EF49E}" destId="{E2B2D6C7-7215-4E57-B70F-453ED08DF68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17EDE8-3070-4500-968F-4D705F07ED6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9FFCC9D-6FAA-4DC2-9B42-0CEACDB083E8}">
      <dgm:prSet/>
      <dgm:spPr/>
      <dgm:t>
        <a:bodyPr/>
        <a:lstStyle/>
        <a:p>
          <a:pPr>
            <a:defRPr cap="all"/>
          </a:pPr>
          <a:r>
            <a:rPr lang="en-US" b="0" i="0" baseline="0"/>
            <a:t>Add keystroke dynamics</a:t>
          </a:r>
          <a:endParaRPr lang="en-US"/>
        </a:p>
      </dgm:t>
    </dgm:pt>
    <dgm:pt modelId="{5AA2DEA3-E56B-4CCA-B348-9B77B942A87D}" type="parTrans" cxnId="{7BD14CDD-E8AA-4B76-AFE0-9819FE0D2198}">
      <dgm:prSet/>
      <dgm:spPr/>
      <dgm:t>
        <a:bodyPr/>
        <a:lstStyle/>
        <a:p>
          <a:endParaRPr lang="en-US"/>
        </a:p>
      </dgm:t>
    </dgm:pt>
    <dgm:pt modelId="{8A8A4F64-F505-4650-B9C5-9DAF2C7F05C8}" type="sibTrans" cxnId="{7BD14CDD-E8AA-4B76-AFE0-9819FE0D2198}">
      <dgm:prSet/>
      <dgm:spPr/>
      <dgm:t>
        <a:bodyPr/>
        <a:lstStyle/>
        <a:p>
          <a:endParaRPr lang="en-US"/>
        </a:p>
      </dgm:t>
    </dgm:pt>
    <dgm:pt modelId="{6B736D74-165B-40A6-AC10-2A536E6F4C2B}">
      <dgm:prSet/>
      <dgm:spPr/>
      <dgm:t>
        <a:bodyPr/>
        <a:lstStyle/>
        <a:p>
          <a:pPr>
            <a:defRPr cap="all"/>
          </a:pPr>
          <a:r>
            <a:rPr lang="en-US" b="0" i="0" baseline="0"/>
            <a:t>Use deep learning</a:t>
          </a:r>
          <a:endParaRPr lang="en-US"/>
        </a:p>
      </dgm:t>
    </dgm:pt>
    <dgm:pt modelId="{1DFF459F-01D8-41FF-A82E-1D60B00E1CA5}" type="parTrans" cxnId="{8E0CFAD9-5D73-40B4-83DA-E0FC8562AA7D}">
      <dgm:prSet/>
      <dgm:spPr/>
      <dgm:t>
        <a:bodyPr/>
        <a:lstStyle/>
        <a:p>
          <a:endParaRPr lang="en-US"/>
        </a:p>
      </dgm:t>
    </dgm:pt>
    <dgm:pt modelId="{CF04A20C-2774-4696-BE87-6FB0EE1C3802}" type="sibTrans" cxnId="{8E0CFAD9-5D73-40B4-83DA-E0FC8562AA7D}">
      <dgm:prSet/>
      <dgm:spPr/>
      <dgm:t>
        <a:bodyPr/>
        <a:lstStyle/>
        <a:p>
          <a:endParaRPr lang="en-US"/>
        </a:p>
      </dgm:t>
    </dgm:pt>
    <dgm:pt modelId="{5922126C-3212-495C-A96E-8C037D68FB9B}">
      <dgm:prSet/>
      <dgm:spPr/>
      <dgm:t>
        <a:bodyPr/>
        <a:lstStyle/>
        <a:p>
          <a:pPr>
            <a:defRPr cap="all"/>
          </a:pPr>
          <a:r>
            <a:rPr lang="en-US" b="0" i="0" baseline="0"/>
            <a:t>Collect bigger dataset</a:t>
          </a:r>
          <a:endParaRPr lang="en-US"/>
        </a:p>
      </dgm:t>
    </dgm:pt>
    <dgm:pt modelId="{2D986105-507F-42E6-A2E7-4C8C500939B8}" type="parTrans" cxnId="{B06C4143-150A-4BB5-A062-741004A19FE8}">
      <dgm:prSet/>
      <dgm:spPr/>
      <dgm:t>
        <a:bodyPr/>
        <a:lstStyle/>
        <a:p>
          <a:endParaRPr lang="en-US"/>
        </a:p>
      </dgm:t>
    </dgm:pt>
    <dgm:pt modelId="{E00FDAB1-9DFC-47C8-A799-F3EAF7A5CB3C}" type="sibTrans" cxnId="{B06C4143-150A-4BB5-A062-741004A19FE8}">
      <dgm:prSet/>
      <dgm:spPr/>
      <dgm:t>
        <a:bodyPr/>
        <a:lstStyle/>
        <a:p>
          <a:endParaRPr lang="en-US"/>
        </a:p>
      </dgm:t>
    </dgm:pt>
    <dgm:pt modelId="{5673F0F7-F55C-420B-86D0-D7A70A8B9283}">
      <dgm:prSet/>
      <dgm:spPr/>
      <dgm:t>
        <a:bodyPr/>
        <a:lstStyle/>
        <a:p>
          <a:pPr>
            <a:defRPr cap="all"/>
          </a:pPr>
          <a:r>
            <a:rPr lang="en-US" b="0" i="0" baseline="0"/>
            <a:t>Improve real-time performance</a:t>
          </a:r>
          <a:endParaRPr lang="en-US"/>
        </a:p>
      </dgm:t>
    </dgm:pt>
    <dgm:pt modelId="{759CBB8E-DF08-471E-8836-6A2BE3003283}" type="parTrans" cxnId="{496C6922-434E-48FC-97DE-FB7DCB210688}">
      <dgm:prSet/>
      <dgm:spPr/>
      <dgm:t>
        <a:bodyPr/>
        <a:lstStyle/>
        <a:p>
          <a:endParaRPr lang="en-US"/>
        </a:p>
      </dgm:t>
    </dgm:pt>
    <dgm:pt modelId="{870D57BD-F220-43FB-8AFA-760C140D9530}" type="sibTrans" cxnId="{496C6922-434E-48FC-97DE-FB7DCB210688}">
      <dgm:prSet/>
      <dgm:spPr/>
      <dgm:t>
        <a:bodyPr/>
        <a:lstStyle/>
        <a:p>
          <a:endParaRPr lang="en-US"/>
        </a:p>
      </dgm:t>
    </dgm:pt>
    <dgm:pt modelId="{3D7D97BD-D7C4-4F79-92E0-8142E9241283}" type="pres">
      <dgm:prSet presAssocID="{3917EDE8-3070-4500-968F-4D705F07ED69}" presName="root" presStyleCnt="0">
        <dgm:presLayoutVars>
          <dgm:dir/>
          <dgm:resizeHandles val="exact"/>
        </dgm:presLayoutVars>
      </dgm:prSet>
      <dgm:spPr/>
    </dgm:pt>
    <dgm:pt modelId="{256217FE-4A61-4DCB-9896-9B988387C48E}" type="pres">
      <dgm:prSet presAssocID="{99FFCC9D-6FAA-4DC2-9B42-0CEACDB083E8}" presName="compNode" presStyleCnt="0"/>
      <dgm:spPr/>
    </dgm:pt>
    <dgm:pt modelId="{B53CA06C-C031-4760-9A09-780A12ACDF1E}" type="pres">
      <dgm:prSet presAssocID="{99FFCC9D-6FAA-4DC2-9B42-0CEACDB083E8}" presName="iconBgRect" presStyleLbl="bgShp" presStyleIdx="0" presStyleCnt="4"/>
      <dgm:spPr/>
    </dgm:pt>
    <dgm:pt modelId="{09678C19-6333-4BB4-BE4E-B8441EA3AD18}" type="pres">
      <dgm:prSet presAssocID="{99FFCC9D-6FAA-4DC2-9B42-0CEACDB083E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D414EDA-0336-41F7-A997-A709DCEECCCF}" type="pres">
      <dgm:prSet presAssocID="{99FFCC9D-6FAA-4DC2-9B42-0CEACDB083E8}" presName="spaceRect" presStyleCnt="0"/>
      <dgm:spPr/>
    </dgm:pt>
    <dgm:pt modelId="{2B6271F3-E154-4CBE-AE4C-9F5A50D60AF7}" type="pres">
      <dgm:prSet presAssocID="{99FFCC9D-6FAA-4DC2-9B42-0CEACDB083E8}" presName="textRect" presStyleLbl="revTx" presStyleIdx="0" presStyleCnt="4">
        <dgm:presLayoutVars>
          <dgm:chMax val="1"/>
          <dgm:chPref val="1"/>
        </dgm:presLayoutVars>
      </dgm:prSet>
      <dgm:spPr/>
    </dgm:pt>
    <dgm:pt modelId="{82529126-93CD-4A2C-90CA-F830745C790C}" type="pres">
      <dgm:prSet presAssocID="{8A8A4F64-F505-4650-B9C5-9DAF2C7F05C8}" presName="sibTrans" presStyleCnt="0"/>
      <dgm:spPr/>
    </dgm:pt>
    <dgm:pt modelId="{E27115D6-F219-486D-89E6-7E81AB1F92DC}" type="pres">
      <dgm:prSet presAssocID="{6B736D74-165B-40A6-AC10-2A536E6F4C2B}" presName="compNode" presStyleCnt="0"/>
      <dgm:spPr/>
    </dgm:pt>
    <dgm:pt modelId="{D105BAB2-1781-44A9-8C46-A987B832B2CA}" type="pres">
      <dgm:prSet presAssocID="{6B736D74-165B-40A6-AC10-2A536E6F4C2B}" presName="iconBgRect" presStyleLbl="bgShp" presStyleIdx="1" presStyleCnt="4"/>
      <dgm:spPr/>
    </dgm:pt>
    <dgm:pt modelId="{E35DFF15-819A-4808-8332-6AFE688E11E8}" type="pres">
      <dgm:prSet presAssocID="{6B736D74-165B-40A6-AC10-2A536E6F4C2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8F25FE7-41F1-434D-A408-CE7350C1A840}" type="pres">
      <dgm:prSet presAssocID="{6B736D74-165B-40A6-AC10-2A536E6F4C2B}" presName="spaceRect" presStyleCnt="0"/>
      <dgm:spPr/>
    </dgm:pt>
    <dgm:pt modelId="{31F93E79-DC99-4354-8B1F-4BCF7DA456D3}" type="pres">
      <dgm:prSet presAssocID="{6B736D74-165B-40A6-AC10-2A536E6F4C2B}" presName="textRect" presStyleLbl="revTx" presStyleIdx="1" presStyleCnt="4">
        <dgm:presLayoutVars>
          <dgm:chMax val="1"/>
          <dgm:chPref val="1"/>
        </dgm:presLayoutVars>
      </dgm:prSet>
      <dgm:spPr/>
    </dgm:pt>
    <dgm:pt modelId="{8F872932-E2E4-441C-BA5A-ED748C553148}" type="pres">
      <dgm:prSet presAssocID="{CF04A20C-2774-4696-BE87-6FB0EE1C3802}" presName="sibTrans" presStyleCnt="0"/>
      <dgm:spPr/>
    </dgm:pt>
    <dgm:pt modelId="{98717EA8-4526-4641-ABD0-5C9B6CE34E12}" type="pres">
      <dgm:prSet presAssocID="{5922126C-3212-495C-A96E-8C037D68FB9B}" presName="compNode" presStyleCnt="0"/>
      <dgm:spPr/>
    </dgm:pt>
    <dgm:pt modelId="{79B71445-47EA-4EB4-9D67-BD953D97F80E}" type="pres">
      <dgm:prSet presAssocID="{5922126C-3212-495C-A96E-8C037D68FB9B}" presName="iconBgRect" presStyleLbl="bgShp" presStyleIdx="2" presStyleCnt="4"/>
      <dgm:spPr/>
    </dgm:pt>
    <dgm:pt modelId="{C184F8EC-895F-4238-91CB-4DDBB8CDFBAD}" type="pres">
      <dgm:prSet presAssocID="{5922126C-3212-495C-A96E-8C037D68FB9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DD63237-F36A-453E-803B-5DC8594366CE}" type="pres">
      <dgm:prSet presAssocID="{5922126C-3212-495C-A96E-8C037D68FB9B}" presName="spaceRect" presStyleCnt="0"/>
      <dgm:spPr/>
    </dgm:pt>
    <dgm:pt modelId="{B3042DFD-A166-4F79-937A-FA16D7BC0753}" type="pres">
      <dgm:prSet presAssocID="{5922126C-3212-495C-A96E-8C037D68FB9B}" presName="textRect" presStyleLbl="revTx" presStyleIdx="2" presStyleCnt="4">
        <dgm:presLayoutVars>
          <dgm:chMax val="1"/>
          <dgm:chPref val="1"/>
        </dgm:presLayoutVars>
      </dgm:prSet>
      <dgm:spPr/>
    </dgm:pt>
    <dgm:pt modelId="{22BDD6FE-A71C-4DE9-A444-D26C2B7C5148}" type="pres">
      <dgm:prSet presAssocID="{E00FDAB1-9DFC-47C8-A799-F3EAF7A5CB3C}" presName="sibTrans" presStyleCnt="0"/>
      <dgm:spPr/>
    </dgm:pt>
    <dgm:pt modelId="{0323E8A9-88B2-4378-9109-C78D1B27A2BF}" type="pres">
      <dgm:prSet presAssocID="{5673F0F7-F55C-420B-86D0-D7A70A8B9283}" presName="compNode" presStyleCnt="0"/>
      <dgm:spPr/>
    </dgm:pt>
    <dgm:pt modelId="{6D245F78-1AB6-47EF-9FC5-29D5BE076B10}" type="pres">
      <dgm:prSet presAssocID="{5673F0F7-F55C-420B-86D0-D7A70A8B9283}" presName="iconBgRect" presStyleLbl="bgShp" presStyleIdx="3" presStyleCnt="4"/>
      <dgm:spPr/>
    </dgm:pt>
    <dgm:pt modelId="{39248AEE-D19D-4B9C-8E1A-1B7B0E885BCB}" type="pres">
      <dgm:prSet presAssocID="{5673F0F7-F55C-420B-86D0-D7A70A8B928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D298839-6902-44F6-904F-0F7343F2428C}" type="pres">
      <dgm:prSet presAssocID="{5673F0F7-F55C-420B-86D0-D7A70A8B9283}" presName="spaceRect" presStyleCnt="0"/>
      <dgm:spPr/>
    </dgm:pt>
    <dgm:pt modelId="{11F19131-DF6A-4E6D-9370-43AEE8082D1B}" type="pres">
      <dgm:prSet presAssocID="{5673F0F7-F55C-420B-86D0-D7A70A8B928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96C6922-434E-48FC-97DE-FB7DCB210688}" srcId="{3917EDE8-3070-4500-968F-4D705F07ED69}" destId="{5673F0F7-F55C-420B-86D0-D7A70A8B9283}" srcOrd="3" destOrd="0" parTransId="{759CBB8E-DF08-471E-8836-6A2BE3003283}" sibTransId="{870D57BD-F220-43FB-8AFA-760C140D9530}"/>
    <dgm:cxn modelId="{82193E25-C3C9-4C4B-B91F-68DBA20974D0}" type="presOf" srcId="{99FFCC9D-6FAA-4DC2-9B42-0CEACDB083E8}" destId="{2B6271F3-E154-4CBE-AE4C-9F5A50D60AF7}" srcOrd="0" destOrd="0" presId="urn:microsoft.com/office/officeart/2018/5/layout/IconCircleLabelList"/>
    <dgm:cxn modelId="{B06C4143-150A-4BB5-A062-741004A19FE8}" srcId="{3917EDE8-3070-4500-968F-4D705F07ED69}" destId="{5922126C-3212-495C-A96E-8C037D68FB9B}" srcOrd="2" destOrd="0" parTransId="{2D986105-507F-42E6-A2E7-4C8C500939B8}" sibTransId="{E00FDAB1-9DFC-47C8-A799-F3EAF7A5CB3C}"/>
    <dgm:cxn modelId="{6D658168-AFE0-4A0A-9E21-ABB021067F58}" type="presOf" srcId="{3917EDE8-3070-4500-968F-4D705F07ED69}" destId="{3D7D97BD-D7C4-4F79-92E0-8142E9241283}" srcOrd="0" destOrd="0" presId="urn:microsoft.com/office/officeart/2018/5/layout/IconCircleLabelList"/>
    <dgm:cxn modelId="{430ED1B0-F0C1-406C-93B7-29ACE5401184}" type="presOf" srcId="{5673F0F7-F55C-420B-86D0-D7A70A8B9283}" destId="{11F19131-DF6A-4E6D-9370-43AEE8082D1B}" srcOrd="0" destOrd="0" presId="urn:microsoft.com/office/officeart/2018/5/layout/IconCircleLabelList"/>
    <dgm:cxn modelId="{8E0CFAD9-5D73-40B4-83DA-E0FC8562AA7D}" srcId="{3917EDE8-3070-4500-968F-4D705F07ED69}" destId="{6B736D74-165B-40A6-AC10-2A536E6F4C2B}" srcOrd="1" destOrd="0" parTransId="{1DFF459F-01D8-41FF-A82E-1D60B00E1CA5}" sibTransId="{CF04A20C-2774-4696-BE87-6FB0EE1C3802}"/>
    <dgm:cxn modelId="{7BD14CDD-E8AA-4B76-AFE0-9819FE0D2198}" srcId="{3917EDE8-3070-4500-968F-4D705F07ED69}" destId="{99FFCC9D-6FAA-4DC2-9B42-0CEACDB083E8}" srcOrd="0" destOrd="0" parTransId="{5AA2DEA3-E56B-4CCA-B348-9B77B942A87D}" sibTransId="{8A8A4F64-F505-4650-B9C5-9DAF2C7F05C8}"/>
    <dgm:cxn modelId="{1AF4D1EB-5AC4-4598-9952-A31D96999794}" type="presOf" srcId="{6B736D74-165B-40A6-AC10-2A536E6F4C2B}" destId="{31F93E79-DC99-4354-8B1F-4BCF7DA456D3}" srcOrd="0" destOrd="0" presId="urn:microsoft.com/office/officeart/2018/5/layout/IconCircleLabelList"/>
    <dgm:cxn modelId="{EC3394F5-0B05-446F-8099-CFCC12351B20}" type="presOf" srcId="{5922126C-3212-495C-A96E-8C037D68FB9B}" destId="{B3042DFD-A166-4F79-937A-FA16D7BC0753}" srcOrd="0" destOrd="0" presId="urn:microsoft.com/office/officeart/2018/5/layout/IconCircleLabelList"/>
    <dgm:cxn modelId="{7B744B9C-F757-4D97-9E3B-6B28CAA2D3D0}" type="presParOf" srcId="{3D7D97BD-D7C4-4F79-92E0-8142E9241283}" destId="{256217FE-4A61-4DCB-9896-9B988387C48E}" srcOrd="0" destOrd="0" presId="urn:microsoft.com/office/officeart/2018/5/layout/IconCircleLabelList"/>
    <dgm:cxn modelId="{F8985C28-244B-415B-AABC-4052507A2CAF}" type="presParOf" srcId="{256217FE-4A61-4DCB-9896-9B988387C48E}" destId="{B53CA06C-C031-4760-9A09-780A12ACDF1E}" srcOrd="0" destOrd="0" presId="urn:microsoft.com/office/officeart/2018/5/layout/IconCircleLabelList"/>
    <dgm:cxn modelId="{5A837959-58B0-4682-8FE8-58BC876E4EF8}" type="presParOf" srcId="{256217FE-4A61-4DCB-9896-9B988387C48E}" destId="{09678C19-6333-4BB4-BE4E-B8441EA3AD18}" srcOrd="1" destOrd="0" presId="urn:microsoft.com/office/officeart/2018/5/layout/IconCircleLabelList"/>
    <dgm:cxn modelId="{3758149E-C1BC-4C20-84D9-D4C0603329B8}" type="presParOf" srcId="{256217FE-4A61-4DCB-9896-9B988387C48E}" destId="{FD414EDA-0336-41F7-A997-A709DCEECCCF}" srcOrd="2" destOrd="0" presId="urn:microsoft.com/office/officeart/2018/5/layout/IconCircleLabelList"/>
    <dgm:cxn modelId="{C47ECC59-66CB-43B0-9716-87BD18970111}" type="presParOf" srcId="{256217FE-4A61-4DCB-9896-9B988387C48E}" destId="{2B6271F3-E154-4CBE-AE4C-9F5A50D60AF7}" srcOrd="3" destOrd="0" presId="urn:microsoft.com/office/officeart/2018/5/layout/IconCircleLabelList"/>
    <dgm:cxn modelId="{47917EC1-F6F9-44B5-BC50-6DDABED82B0D}" type="presParOf" srcId="{3D7D97BD-D7C4-4F79-92E0-8142E9241283}" destId="{82529126-93CD-4A2C-90CA-F830745C790C}" srcOrd="1" destOrd="0" presId="urn:microsoft.com/office/officeart/2018/5/layout/IconCircleLabelList"/>
    <dgm:cxn modelId="{EAD3D417-B43E-4224-AA14-35B545477203}" type="presParOf" srcId="{3D7D97BD-D7C4-4F79-92E0-8142E9241283}" destId="{E27115D6-F219-486D-89E6-7E81AB1F92DC}" srcOrd="2" destOrd="0" presId="urn:microsoft.com/office/officeart/2018/5/layout/IconCircleLabelList"/>
    <dgm:cxn modelId="{93D295A4-E481-4328-BF7A-9886826866E0}" type="presParOf" srcId="{E27115D6-F219-486D-89E6-7E81AB1F92DC}" destId="{D105BAB2-1781-44A9-8C46-A987B832B2CA}" srcOrd="0" destOrd="0" presId="urn:microsoft.com/office/officeart/2018/5/layout/IconCircleLabelList"/>
    <dgm:cxn modelId="{65B83A04-C360-42F3-B1D4-E90463BA0368}" type="presParOf" srcId="{E27115D6-F219-486D-89E6-7E81AB1F92DC}" destId="{E35DFF15-819A-4808-8332-6AFE688E11E8}" srcOrd="1" destOrd="0" presId="urn:microsoft.com/office/officeart/2018/5/layout/IconCircleLabelList"/>
    <dgm:cxn modelId="{32D3E8EE-C299-4256-A9FC-D293DDD3D998}" type="presParOf" srcId="{E27115D6-F219-486D-89E6-7E81AB1F92DC}" destId="{28F25FE7-41F1-434D-A408-CE7350C1A840}" srcOrd="2" destOrd="0" presId="urn:microsoft.com/office/officeart/2018/5/layout/IconCircleLabelList"/>
    <dgm:cxn modelId="{7C6FFDF2-7012-496C-9F5C-74A0A9E73DEA}" type="presParOf" srcId="{E27115D6-F219-486D-89E6-7E81AB1F92DC}" destId="{31F93E79-DC99-4354-8B1F-4BCF7DA456D3}" srcOrd="3" destOrd="0" presId="urn:microsoft.com/office/officeart/2018/5/layout/IconCircleLabelList"/>
    <dgm:cxn modelId="{61C6245C-D1E0-4B78-B2C1-22C0562A7A10}" type="presParOf" srcId="{3D7D97BD-D7C4-4F79-92E0-8142E9241283}" destId="{8F872932-E2E4-441C-BA5A-ED748C553148}" srcOrd="3" destOrd="0" presId="urn:microsoft.com/office/officeart/2018/5/layout/IconCircleLabelList"/>
    <dgm:cxn modelId="{ED75EE96-A6B6-4BDA-8099-EBCBFBD40469}" type="presParOf" srcId="{3D7D97BD-D7C4-4F79-92E0-8142E9241283}" destId="{98717EA8-4526-4641-ABD0-5C9B6CE34E12}" srcOrd="4" destOrd="0" presId="urn:microsoft.com/office/officeart/2018/5/layout/IconCircleLabelList"/>
    <dgm:cxn modelId="{57EDB260-5CC4-48FC-A292-5E987A5FA14D}" type="presParOf" srcId="{98717EA8-4526-4641-ABD0-5C9B6CE34E12}" destId="{79B71445-47EA-4EB4-9D67-BD953D97F80E}" srcOrd="0" destOrd="0" presId="urn:microsoft.com/office/officeart/2018/5/layout/IconCircleLabelList"/>
    <dgm:cxn modelId="{07B2FE67-6C27-4882-8CA0-F7096422E1F4}" type="presParOf" srcId="{98717EA8-4526-4641-ABD0-5C9B6CE34E12}" destId="{C184F8EC-895F-4238-91CB-4DDBB8CDFBAD}" srcOrd="1" destOrd="0" presId="urn:microsoft.com/office/officeart/2018/5/layout/IconCircleLabelList"/>
    <dgm:cxn modelId="{9A6A66FA-0DBA-4A96-94E1-499581C4C474}" type="presParOf" srcId="{98717EA8-4526-4641-ABD0-5C9B6CE34E12}" destId="{DDD63237-F36A-453E-803B-5DC8594366CE}" srcOrd="2" destOrd="0" presId="urn:microsoft.com/office/officeart/2018/5/layout/IconCircleLabelList"/>
    <dgm:cxn modelId="{D801CEAC-0788-4ECB-8751-6066779570DB}" type="presParOf" srcId="{98717EA8-4526-4641-ABD0-5C9B6CE34E12}" destId="{B3042DFD-A166-4F79-937A-FA16D7BC0753}" srcOrd="3" destOrd="0" presId="urn:microsoft.com/office/officeart/2018/5/layout/IconCircleLabelList"/>
    <dgm:cxn modelId="{F8161094-D9AA-4581-86EF-0C1F1AF49CB5}" type="presParOf" srcId="{3D7D97BD-D7C4-4F79-92E0-8142E9241283}" destId="{22BDD6FE-A71C-4DE9-A444-D26C2B7C5148}" srcOrd="5" destOrd="0" presId="urn:microsoft.com/office/officeart/2018/5/layout/IconCircleLabelList"/>
    <dgm:cxn modelId="{13659EB5-FBD4-44A4-A482-9F46469ADD57}" type="presParOf" srcId="{3D7D97BD-D7C4-4F79-92E0-8142E9241283}" destId="{0323E8A9-88B2-4378-9109-C78D1B27A2BF}" srcOrd="6" destOrd="0" presId="urn:microsoft.com/office/officeart/2018/5/layout/IconCircleLabelList"/>
    <dgm:cxn modelId="{AE5E58AE-3B2E-45FA-BFB9-5276D8FBC088}" type="presParOf" srcId="{0323E8A9-88B2-4378-9109-C78D1B27A2BF}" destId="{6D245F78-1AB6-47EF-9FC5-29D5BE076B10}" srcOrd="0" destOrd="0" presId="urn:microsoft.com/office/officeart/2018/5/layout/IconCircleLabelList"/>
    <dgm:cxn modelId="{3C07ADC6-80F9-4243-AB1A-298308EE73EB}" type="presParOf" srcId="{0323E8A9-88B2-4378-9109-C78D1B27A2BF}" destId="{39248AEE-D19D-4B9C-8E1A-1B7B0E885BCB}" srcOrd="1" destOrd="0" presId="urn:microsoft.com/office/officeart/2018/5/layout/IconCircleLabelList"/>
    <dgm:cxn modelId="{BD44E386-360F-45FF-BEF4-1199AB7C145D}" type="presParOf" srcId="{0323E8A9-88B2-4378-9109-C78D1B27A2BF}" destId="{BD298839-6902-44F6-904F-0F7343F2428C}" srcOrd="2" destOrd="0" presId="urn:microsoft.com/office/officeart/2018/5/layout/IconCircleLabelList"/>
    <dgm:cxn modelId="{0E474199-F1DC-475C-B711-BD8AC33E3B5B}" type="presParOf" srcId="{0323E8A9-88B2-4378-9109-C78D1B27A2BF}" destId="{11F19131-DF6A-4E6D-9370-43AEE8082D1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B00AC1-3BB5-45ED-B624-100D32D53AF3}">
      <dsp:nvSpPr>
        <dsp:cNvPr id="0" name=""/>
        <dsp:cNvSpPr/>
      </dsp:nvSpPr>
      <dsp:spPr>
        <a:xfrm>
          <a:off x="0" y="0"/>
          <a:ext cx="7680957" cy="6324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Passwords verify only at login</a:t>
          </a:r>
          <a:endParaRPr lang="en-US" sz="2800" kern="1200"/>
        </a:p>
      </dsp:txBody>
      <dsp:txXfrm>
        <a:off x="18525" y="18525"/>
        <a:ext cx="6945023" cy="595424"/>
      </dsp:txXfrm>
    </dsp:sp>
    <dsp:sp modelId="{342F88B8-F7E7-4259-9E96-F25D28DC8B18}">
      <dsp:nvSpPr>
        <dsp:cNvPr id="0" name=""/>
        <dsp:cNvSpPr/>
      </dsp:nvSpPr>
      <dsp:spPr>
        <a:xfrm>
          <a:off x="643280" y="747469"/>
          <a:ext cx="7680957" cy="632474"/>
        </a:xfrm>
        <a:prstGeom prst="roundRect">
          <a:avLst>
            <a:gd name="adj" fmla="val 10000"/>
          </a:avLst>
        </a:prstGeom>
        <a:solidFill>
          <a:schemeClr val="accent2">
            <a:hueOff val="1121052"/>
            <a:satOff val="-1191"/>
            <a:lumOff val="91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Sessions can be hijacked</a:t>
          </a:r>
          <a:endParaRPr lang="en-US" sz="2800" kern="1200"/>
        </a:p>
      </dsp:txBody>
      <dsp:txXfrm>
        <a:off x="661805" y="765994"/>
        <a:ext cx="6589519" cy="595424"/>
      </dsp:txXfrm>
    </dsp:sp>
    <dsp:sp modelId="{52F145B3-E0B3-4FAF-BF0C-7AD8041148BA}">
      <dsp:nvSpPr>
        <dsp:cNvPr id="0" name=""/>
        <dsp:cNvSpPr/>
      </dsp:nvSpPr>
      <dsp:spPr>
        <a:xfrm>
          <a:off x="1276959" y="1494939"/>
          <a:ext cx="7680957" cy="632474"/>
        </a:xfrm>
        <a:prstGeom prst="roundRect">
          <a:avLst>
            <a:gd name="adj" fmla="val 10000"/>
          </a:avLst>
        </a:prstGeom>
        <a:solidFill>
          <a:schemeClr val="accent2">
            <a:hueOff val="2242103"/>
            <a:satOff val="-2381"/>
            <a:lumOff val="18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Need continuous authentication</a:t>
          </a:r>
          <a:endParaRPr lang="en-US" sz="2800" kern="1200"/>
        </a:p>
      </dsp:txBody>
      <dsp:txXfrm>
        <a:off x="1295484" y="1513464"/>
        <a:ext cx="6599120" cy="595424"/>
      </dsp:txXfrm>
    </dsp:sp>
    <dsp:sp modelId="{04AD75F9-2A18-4C63-BBE8-10F689B01A89}">
      <dsp:nvSpPr>
        <dsp:cNvPr id="0" name=""/>
        <dsp:cNvSpPr/>
      </dsp:nvSpPr>
      <dsp:spPr>
        <a:xfrm>
          <a:off x="1920239" y="2242408"/>
          <a:ext cx="7680957" cy="632474"/>
        </a:xfrm>
        <a:prstGeom prst="roundRect">
          <a:avLst>
            <a:gd name="adj" fmla="val 10000"/>
          </a:avLst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Behavioral biometrics solve this</a:t>
          </a:r>
          <a:endParaRPr lang="en-US" sz="2800" kern="1200"/>
        </a:p>
      </dsp:txBody>
      <dsp:txXfrm>
        <a:off x="1938764" y="2260933"/>
        <a:ext cx="6589519" cy="595424"/>
      </dsp:txXfrm>
    </dsp:sp>
    <dsp:sp modelId="{D43F9B76-0BEC-40EF-A349-F8A0F739E9AE}">
      <dsp:nvSpPr>
        <dsp:cNvPr id="0" name=""/>
        <dsp:cNvSpPr/>
      </dsp:nvSpPr>
      <dsp:spPr>
        <a:xfrm>
          <a:off x="7269849" y="484417"/>
          <a:ext cx="411108" cy="41110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362348" y="484417"/>
        <a:ext cx="226110" cy="309359"/>
      </dsp:txXfrm>
    </dsp:sp>
    <dsp:sp modelId="{E8D81CB7-49D9-4FD1-9C0C-A3D2229F274C}">
      <dsp:nvSpPr>
        <dsp:cNvPr id="0" name=""/>
        <dsp:cNvSpPr/>
      </dsp:nvSpPr>
      <dsp:spPr>
        <a:xfrm>
          <a:off x="7913129" y="1231887"/>
          <a:ext cx="411108" cy="41110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091735"/>
            <a:satOff val="714"/>
            <a:lumOff val="22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091735"/>
              <a:satOff val="714"/>
              <a:lumOff val="2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005628" y="1231887"/>
        <a:ext cx="226110" cy="309359"/>
      </dsp:txXfrm>
    </dsp:sp>
    <dsp:sp modelId="{FEF18889-7A55-4C9C-924E-AF3D5B98D7A5}">
      <dsp:nvSpPr>
        <dsp:cNvPr id="0" name=""/>
        <dsp:cNvSpPr/>
      </dsp:nvSpPr>
      <dsp:spPr>
        <a:xfrm>
          <a:off x="8546808" y="1979356"/>
          <a:ext cx="411108" cy="41110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183470"/>
            <a:satOff val="1428"/>
            <a:lumOff val="439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4183470"/>
              <a:satOff val="1428"/>
              <a:lumOff val="4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639307" y="1979356"/>
        <a:ext cx="226110" cy="3093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67D591-547B-463B-9631-AA4C67456AFD}">
      <dsp:nvSpPr>
        <dsp:cNvPr id="0" name=""/>
        <dsp:cNvSpPr/>
      </dsp:nvSpPr>
      <dsp:spPr>
        <a:xfrm>
          <a:off x="1255469" y="151"/>
          <a:ext cx="1865857" cy="11195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Every user moves the mouse differently</a:t>
          </a:r>
          <a:endParaRPr lang="en-US" sz="1900" kern="1200"/>
        </a:p>
      </dsp:txBody>
      <dsp:txXfrm>
        <a:off x="1288258" y="32940"/>
        <a:ext cx="1800279" cy="1053936"/>
      </dsp:txXfrm>
    </dsp:sp>
    <dsp:sp modelId="{B5FC2643-2B21-4C89-9C2B-DEAA726775A6}">
      <dsp:nvSpPr>
        <dsp:cNvPr id="0" name=""/>
        <dsp:cNvSpPr/>
      </dsp:nvSpPr>
      <dsp:spPr>
        <a:xfrm>
          <a:off x="3285522" y="328542"/>
          <a:ext cx="395561" cy="4627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285522" y="421088"/>
        <a:ext cx="276893" cy="277640"/>
      </dsp:txXfrm>
    </dsp:sp>
    <dsp:sp modelId="{13B27D6E-53E7-4B1D-AC75-73D9F4CBEE7A}">
      <dsp:nvSpPr>
        <dsp:cNvPr id="0" name=""/>
        <dsp:cNvSpPr/>
      </dsp:nvSpPr>
      <dsp:spPr>
        <a:xfrm>
          <a:off x="3867669" y="151"/>
          <a:ext cx="1865857" cy="111951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Speed, acceleration, angle changes</a:t>
          </a:r>
          <a:endParaRPr lang="en-US" sz="1900" kern="1200"/>
        </a:p>
      </dsp:txBody>
      <dsp:txXfrm>
        <a:off x="3900458" y="32940"/>
        <a:ext cx="1800279" cy="1053936"/>
      </dsp:txXfrm>
    </dsp:sp>
    <dsp:sp modelId="{3A0AC0A1-5A09-4DB8-B8B6-4BAEA77E934F}">
      <dsp:nvSpPr>
        <dsp:cNvPr id="0" name=""/>
        <dsp:cNvSpPr/>
      </dsp:nvSpPr>
      <dsp:spPr>
        <a:xfrm>
          <a:off x="5897722" y="328542"/>
          <a:ext cx="395561" cy="4627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897722" y="421088"/>
        <a:ext cx="276893" cy="277640"/>
      </dsp:txXfrm>
    </dsp:sp>
    <dsp:sp modelId="{AD0AEDAA-BE75-4186-9E05-3B229FF1C9BA}">
      <dsp:nvSpPr>
        <dsp:cNvPr id="0" name=""/>
        <dsp:cNvSpPr/>
      </dsp:nvSpPr>
      <dsp:spPr>
        <a:xfrm>
          <a:off x="6479870" y="151"/>
          <a:ext cx="1865857" cy="111951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Hard to imitate</a:t>
          </a:r>
          <a:endParaRPr lang="en-US" sz="1900" kern="1200"/>
        </a:p>
      </dsp:txBody>
      <dsp:txXfrm>
        <a:off x="6512659" y="32940"/>
        <a:ext cx="1800279" cy="1053936"/>
      </dsp:txXfrm>
    </dsp:sp>
    <dsp:sp modelId="{9D82B8DE-4B35-43C2-9D0F-5AB910F82465}">
      <dsp:nvSpPr>
        <dsp:cNvPr id="0" name=""/>
        <dsp:cNvSpPr/>
      </dsp:nvSpPr>
      <dsp:spPr>
        <a:xfrm rot="5400000">
          <a:off x="7215018" y="1250276"/>
          <a:ext cx="395561" cy="4627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7273979" y="1283861"/>
        <a:ext cx="277640" cy="276893"/>
      </dsp:txXfrm>
    </dsp:sp>
    <dsp:sp modelId="{8ADE5A4F-F9E6-4B81-A832-E9DCDCC969BC}">
      <dsp:nvSpPr>
        <dsp:cNvPr id="0" name=""/>
        <dsp:cNvSpPr/>
      </dsp:nvSpPr>
      <dsp:spPr>
        <a:xfrm>
          <a:off x="6479870" y="1866009"/>
          <a:ext cx="1865857" cy="111951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Works silently</a:t>
          </a:r>
          <a:endParaRPr lang="en-US" sz="1900" kern="1200"/>
        </a:p>
      </dsp:txBody>
      <dsp:txXfrm>
        <a:off x="6512659" y="1898798"/>
        <a:ext cx="1800279" cy="10539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6E2960-1438-4B98-A7DE-4D8A0A933633}">
      <dsp:nvSpPr>
        <dsp:cNvPr id="0" name=""/>
        <dsp:cNvSpPr/>
      </dsp:nvSpPr>
      <dsp:spPr>
        <a:xfrm>
          <a:off x="0" y="0"/>
          <a:ext cx="96011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EE8DB-C1E3-4935-9453-AAADC222275C}">
      <dsp:nvSpPr>
        <dsp:cNvPr id="0" name=""/>
        <dsp:cNvSpPr/>
      </dsp:nvSpPr>
      <dsp:spPr>
        <a:xfrm>
          <a:off x="0" y="0"/>
          <a:ext cx="9601196" cy="829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10-dot tracking task</a:t>
          </a:r>
          <a:endParaRPr lang="en-US" sz="4000" kern="1200"/>
        </a:p>
      </dsp:txBody>
      <dsp:txXfrm>
        <a:off x="0" y="0"/>
        <a:ext cx="9601196" cy="829734"/>
      </dsp:txXfrm>
    </dsp:sp>
    <dsp:sp modelId="{81E1AD3D-C7B5-4675-ACF4-9FB450B6450F}">
      <dsp:nvSpPr>
        <dsp:cNvPr id="0" name=""/>
        <dsp:cNvSpPr/>
      </dsp:nvSpPr>
      <dsp:spPr>
        <a:xfrm>
          <a:off x="0" y="829734"/>
          <a:ext cx="96011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EE7DB-266E-4BA2-A642-9420E6EF0960}">
      <dsp:nvSpPr>
        <dsp:cNvPr id="0" name=""/>
        <dsp:cNvSpPr/>
      </dsp:nvSpPr>
      <dsp:spPr>
        <a:xfrm>
          <a:off x="0" y="829734"/>
          <a:ext cx="9601196" cy="829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4 sessions per user</a:t>
          </a:r>
          <a:endParaRPr lang="en-US" sz="4000" kern="1200"/>
        </a:p>
      </dsp:txBody>
      <dsp:txXfrm>
        <a:off x="0" y="829734"/>
        <a:ext cx="9601196" cy="829734"/>
      </dsp:txXfrm>
    </dsp:sp>
    <dsp:sp modelId="{4745629C-A2D0-41C3-BF8C-C57DB92E06CA}">
      <dsp:nvSpPr>
        <dsp:cNvPr id="0" name=""/>
        <dsp:cNvSpPr/>
      </dsp:nvSpPr>
      <dsp:spPr>
        <a:xfrm>
          <a:off x="0" y="1659468"/>
          <a:ext cx="96011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164AB5-89A6-4C4D-B5E3-B42C63167610}">
      <dsp:nvSpPr>
        <dsp:cNvPr id="0" name=""/>
        <dsp:cNvSpPr/>
      </dsp:nvSpPr>
      <dsp:spPr>
        <a:xfrm>
          <a:off x="0" y="1659468"/>
          <a:ext cx="9601196" cy="829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PyAutoGUI mouse logger</a:t>
          </a:r>
          <a:endParaRPr lang="en-US" sz="4000" kern="1200"/>
        </a:p>
      </dsp:txBody>
      <dsp:txXfrm>
        <a:off x="0" y="1659468"/>
        <a:ext cx="9601196" cy="829734"/>
      </dsp:txXfrm>
    </dsp:sp>
    <dsp:sp modelId="{F11C4C75-8310-4906-9914-7C89476546C6}">
      <dsp:nvSpPr>
        <dsp:cNvPr id="0" name=""/>
        <dsp:cNvSpPr/>
      </dsp:nvSpPr>
      <dsp:spPr>
        <a:xfrm>
          <a:off x="0" y="2489201"/>
          <a:ext cx="96011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DBC52-C1B0-4341-B46E-8273D230C7A7}">
      <dsp:nvSpPr>
        <dsp:cNvPr id="0" name=""/>
        <dsp:cNvSpPr/>
      </dsp:nvSpPr>
      <dsp:spPr>
        <a:xfrm>
          <a:off x="0" y="2489201"/>
          <a:ext cx="9601196" cy="829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baseline="0"/>
            <a:t>20,037 samples collected</a:t>
          </a:r>
          <a:endParaRPr lang="en-US" sz="4000" kern="1200"/>
        </a:p>
      </dsp:txBody>
      <dsp:txXfrm>
        <a:off x="0" y="2489201"/>
        <a:ext cx="9601196" cy="8297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3CA06C-C031-4760-9A09-780A12ACDF1E}">
      <dsp:nvSpPr>
        <dsp:cNvPr id="0" name=""/>
        <dsp:cNvSpPr/>
      </dsp:nvSpPr>
      <dsp:spPr>
        <a:xfrm>
          <a:off x="575068" y="259926"/>
          <a:ext cx="1246710" cy="124671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678C19-6333-4BB4-BE4E-B8441EA3AD18}">
      <dsp:nvSpPr>
        <dsp:cNvPr id="0" name=""/>
        <dsp:cNvSpPr/>
      </dsp:nvSpPr>
      <dsp:spPr>
        <a:xfrm>
          <a:off x="840760" y="525618"/>
          <a:ext cx="715325" cy="7153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6271F3-E154-4CBE-AE4C-9F5A50D60AF7}">
      <dsp:nvSpPr>
        <dsp:cNvPr id="0" name=""/>
        <dsp:cNvSpPr/>
      </dsp:nvSpPr>
      <dsp:spPr>
        <a:xfrm>
          <a:off x="176529" y="1894956"/>
          <a:ext cx="20437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i="0" kern="1200" baseline="0"/>
            <a:t>Add keystroke dynamics</a:t>
          </a:r>
          <a:endParaRPr lang="en-US" sz="1800" kern="1200"/>
        </a:p>
      </dsp:txBody>
      <dsp:txXfrm>
        <a:off x="176529" y="1894956"/>
        <a:ext cx="2043787" cy="720000"/>
      </dsp:txXfrm>
    </dsp:sp>
    <dsp:sp modelId="{D105BAB2-1781-44A9-8C46-A987B832B2CA}">
      <dsp:nvSpPr>
        <dsp:cNvPr id="0" name=""/>
        <dsp:cNvSpPr/>
      </dsp:nvSpPr>
      <dsp:spPr>
        <a:xfrm>
          <a:off x="2976518" y="259926"/>
          <a:ext cx="1246710" cy="124671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5DFF15-819A-4808-8332-6AFE688E11E8}">
      <dsp:nvSpPr>
        <dsp:cNvPr id="0" name=""/>
        <dsp:cNvSpPr/>
      </dsp:nvSpPr>
      <dsp:spPr>
        <a:xfrm>
          <a:off x="3242210" y="525618"/>
          <a:ext cx="715325" cy="7153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F93E79-DC99-4354-8B1F-4BCF7DA456D3}">
      <dsp:nvSpPr>
        <dsp:cNvPr id="0" name=""/>
        <dsp:cNvSpPr/>
      </dsp:nvSpPr>
      <dsp:spPr>
        <a:xfrm>
          <a:off x="2577979" y="1894956"/>
          <a:ext cx="20437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i="0" kern="1200" baseline="0"/>
            <a:t>Use deep learning</a:t>
          </a:r>
          <a:endParaRPr lang="en-US" sz="1800" kern="1200"/>
        </a:p>
      </dsp:txBody>
      <dsp:txXfrm>
        <a:off x="2577979" y="1894956"/>
        <a:ext cx="2043787" cy="720000"/>
      </dsp:txXfrm>
    </dsp:sp>
    <dsp:sp modelId="{79B71445-47EA-4EB4-9D67-BD953D97F80E}">
      <dsp:nvSpPr>
        <dsp:cNvPr id="0" name=""/>
        <dsp:cNvSpPr/>
      </dsp:nvSpPr>
      <dsp:spPr>
        <a:xfrm>
          <a:off x="5377968" y="259926"/>
          <a:ext cx="1246710" cy="124671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84F8EC-895F-4238-91CB-4DDBB8CDFBAD}">
      <dsp:nvSpPr>
        <dsp:cNvPr id="0" name=""/>
        <dsp:cNvSpPr/>
      </dsp:nvSpPr>
      <dsp:spPr>
        <a:xfrm>
          <a:off x="5643660" y="525618"/>
          <a:ext cx="715325" cy="7153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42DFD-A166-4F79-937A-FA16D7BC0753}">
      <dsp:nvSpPr>
        <dsp:cNvPr id="0" name=""/>
        <dsp:cNvSpPr/>
      </dsp:nvSpPr>
      <dsp:spPr>
        <a:xfrm>
          <a:off x="4979429" y="1894956"/>
          <a:ext cx="20437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i="0" kern="1200" baseline="0"/>
            <a:t>Collect bigger dataset</a:t>
          </a:r>
          <a:endParaRPr lang="en-US" sz="1800" kern="1200"/>
        </a:p>
      </dsp:txBody>
      <dsp:txXfrm>
        <a:off x="4979429" y="1894956"/>
        <a:ext cx="2043787" cy="720000"/>
      </dsp:txXfrm>
    </dsp:sp>
    <dsp:sp modelId="{6D245F78-1AB6-47EF-9FC5-29D5BE076B10}">
      <dsp:nvSpPr>
        <dsp:cNvPr id="0" name=""/>
        <dsp:cNvSpPr/>
      </dsp:nvSpPr>
      <dsp:spPr>
        <a:xfrm>
          <a:off x="7779418" y="259926"/>
          <a:ext cx="1246710" cy="124671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48AEE-D19D-4B9C-8E1A-1B7B0E885BCB}">
      <dsp:nvSpPr>
        <dsp:cNvPr id="0" name=""/>
        <dsp:cNvSpPr/>
      </dsp:nvSpPr>
      <dsp:spPr>
        <a:xfrm>
          <a:off x="8045111" y="525618"/>
          <a:ext cx="715325" cy="7153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F19131-DF6A-4E6D-9370-43AEE8082D1B}">
      <dsp:nvSpPr>
        <dsp:cNvPr id="0" name=""/>
        <dsp:cNvSpPr/>
      </dsp:nvSpPr>
      <dsp:spPr>
        <a:xfrm>
          <a:off x="7380880" y="1894956"/>
          <a:ext cx="20437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i="0" kern="1200" baseline="0"/>
            <a:t>Improve real-time performance</a:t>
          </a:r>
          <a:endParaRPr lang="en-US" sz="1800" kern="1200"/>
        </a:p>
      </dsp:txBody>
      <dsp:txXfrm>
        <a:off x="7380880" y="1894956"/>
        <a:ext cx="2043787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811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0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84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6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859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712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5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62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71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188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138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031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33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285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22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417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61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1A5FDCB-E2BF-4B94-8450-B4205A2A456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1EFD5D-86C5-490C-A4BD-C977B7B09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81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4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DF8837B-BAE2-489A-8F93-69216307D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and on mouse">
            <a:extLst>
              <a:ext uri="{FF2B5EF4-FFF2-40B4-BE49-F238E27FC236}">
                <a16:creationId xmlns:a16="http://schemas.microsoft.com/office/drawing/2014/main" id="{2B9AD07B-AC5C-4115-0359-727C62A21B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981" b="97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EA5F4E-4B2D-0534-9BF1-19DD2318D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b="1">
                <a:solidFill>
                  <a:srgbClr val="FFFFFF"/>
                </a:solidFill>
              </a:rPr>
              <a:t>Continuous Authentication Using Mouse Dynamics</a:t>
            </a:r>
            <a:br>
              <a:rPr lang="en-US" sz="3400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CBB03-3D12-F395-DCEA-311BE5BB1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Behavioral Biometrics for Cybersecurity</a:t>
            </a:r>
          </a:p>
          <a:p>
            <a:r>
              <a:rPr lang="en-US" dirty="0">
                <a:solidFill>
                  <a:srgbClr val="FFFFFF"/>
                </a:solidFill>
              </a:rPr>
              <a:t>Done by : </a:t>
            </a:r>
            <a:r>
              <a:rPr lang="en-US" dirty="0" err="1">
                <a:solidFill>
                  <a:srgbClr val="FFFFFF"/>
                </a:solidFill>
              </a:rPr>
              <a:t>jonathan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samy</a:t>
            </a:r>
            <a:r>
              <a:rPr lang="en-US" dirty="0">
                <a:solidFill>
                  <a:srgbClr val="FFFFFF"/>
                </a:solidFill>
              </a:rPr>
              <a:t> ,</a:t>
            </a:r>
            <a:r>
              <a:rPr lang="en-US" dirty="0" err="1">
                <a:solidFill>
                  <a:srgbClr val="FFFFFF"/>
                </a:solidFill>
              </a:rPr>
              <a:t>mariam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raafat</a:t>
            </a:r>
            <a:r>
              <a:rPr lang="en-US" dirty="0">
                <a:solidFill>
                  <a:srgbClr val="FFFFFF"/>
                </a:solidFill>
              </a:rPr>
              <a:t> , </a:t>
            </a:r>
            <a:r>
              <a:rPr lang="en-US" dirty="0" err="1">
                <a:solidFill>
                  <a:srgbClr val="FFFFFF"/>
                </a:solidFill>
              </a:rPr>
              <a:t>mariam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ossama</a:t>
            </a:r>
            <a:r>
              <a:rPr lang="en-US" dirty="0">
                <a:solidFill>
                  <a:srgbClr val="FFFFFF"/>
                </a:solidFill>
              </a:rPr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8BEE9B-A2F4-4BF3-9EAD-16E1A7FC2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99932" y="3510608"/>
            <a:ext cx="512064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104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FA03-438A-DF95-50AC-8C3B2AEFC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Why This Project Matters</a:t>
            </a: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6D61822E-7FF6-B58A-D8D5-9B424CCBB1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5524091"/>
              </p:ext>
            </p:extLst>
          </p:nvPr>
        </p:nvGraphicFramePr>
        <p:xfrm>
          <a:off x="1295400" y="2772384"/>
          <a:ext cx="96011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68793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7DEDD00-5E71-418B-9C3C-9B71B0182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08AA894-60A7-4A09-919E-54EF7C3EC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4680684-9D82-4E2B-9E9A-778390DA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28899EB-8201-46DC-A208-67136E6BA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8681DBB-DB5A-40DF-8333-C7E1C945B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DD29181-5249-CD94-2604-D02BBB5C4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What Are Mouse Dynamics?</a:t>
            </a:r>
          </a:p>
        </p:txBody>
      </p:sp>
      <p:graphicFrame>
        <p:nvGraphicFramePr>
          <p:cNvPr id="17" name="Rectangle 1">
            <a:extLst>
              <a:ext uri="{FF2B5EF4-FFF2-40B4-BE49-F238E27FC236}">
                <a16:creationId xmlns:a16="http://schemas.microsoft.com/office/drawing/2014/main" id="{2EBBF841-843A-928C-AEA4-0444805219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567505"/>
              </p:ext>
            </p:extLst>
          </p:nvPr>
        </p:nvGraphicFramePr>
        <p:xfrm>
          <a:off x="1295401" y="2675822"/>
          <a:ext cx="9601197" cy="2985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817788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EB8E3BF-F464-4900-8994-851061A9A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CD397E-905B-E360-719A-E919202892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B456E6-CA13-6567-5B47-89703F9D7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Our Goal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0602D6-3A81-42F8-AE67-1BAAFC967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2421466"/>
            <a:ext cx="9144000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BE0EFF4B-C104-986C-1B73-A6A273AA8E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556932"/>
            <a:ext cx="9601196" cy="33189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Build a continuous authentication system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Collect mouse movement data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Extract behavioral features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Train ML model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Detect impostors</a:t>
            </a:r>
          </a:p>
        </p:txBody>
      </p:sp>
    </p:spTree>
    <p:extLst>
      <p:ext uri="{BB962C8B-B14F-4D97-AF65-F5344CB8AC3E}">
        <p14:creationId xmlns:p14="http://schemas.microsoft.com/office/powerpoint/2010/main" val="31084430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1D475-3BF5-FF75-0C73-78AE611D4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9B9A847-398F-BD38-45CF-DE4F4EAC948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4812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328C2D-38F0-4C80-9EA5-A1AD0D6B2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/>
          </a:blipFill>
          <a:ln w="15875" cap="flat" cmpd="sng" algn="ctr">
            <a:solidFill>
              <a:srgbClr val="B15E2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D17E249-48D0-476B-A642-A5D58DD39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E4B7EC7-DE5B-4F27-839A-7CDF49C61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DA01082-3C8F-4602-8DA7-C82DF7095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 algn="ctr">
              <a:solidFill>
                <a:schemeClr val="accent1"/>
              </a:solidFill>
              <a:prstDash val="solid"/>
              <a:miter lim="800000"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A21B48A-5892-4DD2-B2E1-91BD42A44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E083B53-5B4C-4C29-BDFD-A28B754A5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CC9BB1-8D73-6CB4-C658-97F82EA58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dirty="0"/>
              <a:t>Feature Extraction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65B193-F600-4C1B-9DBF-09D94CDB0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400639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8F55B3D4-A48D-CD65-76D5-2E6E532C34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556932"/>
            <a:ext cx="9601196" cy="33189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dx,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dy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speed, acceleration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angle, angle change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curvature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direction changes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speed variance, speed std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time elapsed</a:t>
            </a:r>
          </a:p>
        </p:txBody>
      </p:sp>
    </p:spTree>
    <p:extLst>
      <p:ext uri="{BB962C8B-B14F-4D97-AF65-F5344CB8AC3E}">
        <p14:creationId xmlns:p14="http://schemas.microsoft.com/office/powerpoint/2010/main" val="435266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EB8E3BF-F464-4900-8994-851061A9A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7D8F88-C911-4338-1055-9C83DB1FAD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B9181D-253F-3C4B-8F84-0F290C88B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Machine Learning Model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0602D6-3A81-42F8-AE67-1BAAFC967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2421466"/>
            <a:ext cx="9144000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86E32E26-F691-8378-03DA-272DE619AF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556932"/>
            <a:ext cx="9601196" cy="33189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A Soft Voting Classifier combines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quote-cjk-patch"/>
              </a:rPr>
              <a:t>XGBoost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 and Random Forest, using averaged probabilities for superior accuracy.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quote-cjk-patch"/>
              </a:rPr>
              <a:t>StandardScaler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 ensures all features are on a common scale for more effective model learning.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SMOTE tackles class imbalance by generating synthetic samples to prevent model bias.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This integrated approach leverages multiple strengths for a more robust and reliable classifier.</a:t>
            </a:r>
          </a:p>
        </p:txBody>
      </p:sp>
    </p:spTree>
    <p:extLst>
      <p:ext uri="{BB962C8B-B14F-4D97-AF65-F5344CB8AC3E}">
        <p14:creationId xmlns:p14="http://schemas.microsoft.com/office/powerpoint/2010/main" val="594809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EB8E3BF-F464-4900-8994-851061A9A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rmulas written on a blackboard">
            <a:extLst>
              <a:ext uri="{FF2B5EF4-FFF2-40B4-BE49-F238E27FC236}">
                <a16:creationId xmlns:a16="http://schemas.microsoft.com/office/drawing/2014/main" id="{034702EB-818B-41BC-B29F-4DDF59B5E9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1F6324-504C-20F2-29A1-3001D690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Authentication System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0602D6-3A81-42F8-AE67-1BAAFC967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2421466"/>
            <a:ext cx="9144000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EC83C-EE43-AD65-D848-AC5256A74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Confidence calculation: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Mean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Median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Vote consistency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Min score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Top-2 margin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Threshold (medium):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Overall ≥ 55%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Vote consistency ≥ 65%</a:t>
            </a:r>
          </a:p>
          <a:p>
            <a:pPr>
              <a:lnSpc>
                <a:spcPct val="90000"/>
              </a:lnSpc>
            </a:pPr>
            <a:endParaRPr lang="en-US" sz="1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271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EB8E3BF-F464-4900-8994-851061A9A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bstract background">
            <a:extLst>
              <a:ext uri="{FF2B5EF4-FFF2-40B4-BE49-F238E27FC236}">
                <a16:creationId xmlns:a16="http://schemas.microsoft.com/office/drawing/2014/main" id="{25DB0F25-5587-39E1-A08F-51CC88363C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3566" b="268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607271-630C-2411-ED6A-DE1D9125E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Final System UI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0602D6-3A81-42F8-AE67-1BAAFC967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2421466"/>
            <a:ext cx="9144000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C45529B1-E102-3E29-FFF3-2D43E7ADD7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556932"/>
            <a:ext cx="9601196" cy="33189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Dark theme GUI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Real-time monitoring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Confidence feedback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User-friendly</a:t>
            </a:r>
          </a:p>
        </p:txBody>
      </p:sp>
    </p:spTree>
    <p:extLst>
      <p:ext uri="{BB962C8B-B14F-4D97-AF65-F5344CB8AC3E}">
        <p14:creationId xmlns:p14="http://schemas.microsoft.com/office/powerpoint/2010/main" val="2113233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94BE-C6E6-C5AA-D650-0007A8B78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Future Work</a:t>
            </a: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28902707-15CD-6D96-D481-9FF11CC398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4967640"/>
              </p:ext>
            </p:extLst>
          </p:nvPr>
        </p:nvGraphicFramePr>
        <p:xfrm>
          <a:off x="1295400" y="2772384"/>
          <a:ext cx="96011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2282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F647-300C-F019-A1D3-85B237908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A13A2-ED6F-897D-4A7B-914E22DEE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The SOC is the central defense layer of any organization</a:t>
            </a:r>
            <a:br>
              <a:rPr lang="en-US" dirty="0"/>
            </a:br>
            <a:r>
              <a:rPr lang="en-US" dirty="0"/>
              <a:t>It combines skilled analysts, structured processes, and powerful technologies to continuously detect, analyze, and respond to cyber threats.</a:t>
            </a:r>
          </a:p>
          <a:p>
            <a:r>
              <a:rPr lang="en-US" b="1" dirty="0"/>
              <a:t>• SOCs provide real-time visibility and response, making them essential for modern cybersecurity.</a:t>
            </a:r>
            <a:endParaRPr lang="en-US" dirty="0"/>
          </a:p>
          <a:p>
            <a:r>
              <a:rPr lang="en-US" b="1" dirty="0"/>
              <a:t>• Combining the right model, skilled analysts, and effective tools creates a strong, resilient security posture.</a:t>
            </a:r>
            <a:endParaRPr lang="en-US" dirty="0"/>
          </a:p>
          <a:p>
            <a:r>
              <a:rPr lang="en-US" b="1" dirty="0"/>
              <a:t>• A well-structured SOC reduces risk, improves detection speed, and helps organizations stay ahead of evolving threats.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6775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577</TotalTime>
  <Words>322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Garamond</vt:lpstr>
      <vt:lpstr>quote-cjk-patch</vt:lpstr>
      <vt:lpstr>Organic</vt:lpstr>
      <vt:lpstr>Continuous Authentication Using Mouse Dynamics </vt:lpstr>
      <vt:lpstr>Why This Project Matters</vt:lpstr>
      <vt:lpstr>What Are Mouse Dynamics?</vt:lpstr>
      <vt:lpstr>Our Goal</vt:lpstr>
      <vt:lpstr>Data Collection</vt:lpstr>
      <vt:lpstr>Feature Extraction</vt:lpstr>
      <vt:lpstr>Machine Learning Model</vt:lpstr>
      <vt:lpstr>Authentication System</vt:lpstr>
      <vt:lpstr>Final System UI</vt:lpstr>
      <vt:lpstr>Future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Ghobrial</dc:creator>
  <cp:lastModifiedBy>Jonathan Ghobrial</cp:lastModifiedBy>
  <cp:revision>4</cp:revision>
  <dcterms:created xsi:type="dcterms:W3CDTF">2025-11-19T14:17:17Z</dcterms:created>
  <dcterms:modified xsi:type="dcterms:W3CDTF">2025-11-20T00:00:39Z</dcterms:modified>
</cp:coreProperties>
</file>